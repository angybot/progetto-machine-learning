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sldIdLst>
    <p:sldId id="257" r:id="rId2"/>
    <p:sldId id="258" r:id="rId3"/>
    <p:sldId id="256" r:id="rId4"/>
    <p:sldId id="267" r:id="rId5"/>
    <p:sldId id="259" r:id="rId6"/>
    <p:sldId id="260" r:id="rId7"/>
    <p:sldId id="262" r:id="rId8"/>
    <p:sldId id="263" r:id="rId9"/>
    <p:sldId id="265" r:id="rId10"/>
    <p:sldId id="266" r:id="rId11"/>
    <p:sldId id="261" r:id="rId12"/>
    <p:sldId id="268" r:id="rId13"/>
    <p:sldId id="269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9018473077179958E-2"/>
          <c:y val="0"/>
          <c:w val="0.97642002866223998"/>
          <c:h val="0.93634753788677016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 1</c:v>
                </c:pt>
              </c:strCache>
            </c:strRef>
          </c:tx>
          <c:spPr>
            <a:ln w="50800" cap="rnd">
              <a:solidFill>
                <a:schemeClr val="bg1"/>
              </a:solidFill>
              <a:round/>
            </a:ln>
            <a:effectLst/>
          </c:spPr>
          <c:marker>
            <c:symbol val="circle"/>
            <c:size val="10"/>
            <c:spPr>
              <a:solidFill>
                <a:schemeClr val="tx1"/>
              </a:solidFill>
              <a:ln w="50800">
                <a:solidFill>
                  <a:schemeClr val="bg1"/>
                </a:solidFill>
              </a:ln>
              <a:effectLst/>
            </c:spPr>
          </c:marker>
          <c:dPt>
            <c:idx val="4"/>
            <c:marker>
              <c:symbol val="circle"/>
              <c:size val="10"/>
              <c:spPr>
                <a:solidFill>
                  <a:schemeClr val="tx1"/>
                </a:solidFill>
                <a:ln w="50800">
                  <a:solidFill>
                    <a:schemeClr val="bg1"/>
                  </a:solidFill>
                </a:ln>
                <a:effectLst/>
              </c:spPr>
            </c:marker>
            <c:bubble3D val="0"/>
            <c:spPr>
              <a:ln w="50800" cap="rnd">
                <a:solidFill>
                  <a:schemeClr val="bg1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A980-4D61-9972-18F9339DB738}"/>
              </c:ext>
            </c:extLst>
          </c:dPt>
          <c:cat>
            <c:strRef>
              <c:f>Sheet1!$A$2:$A$6</c:f>
              <c:strCache>
                <c:ptCount val="5"/>
                <c:pt idx="0">
                  <c:v>Categoria 1</c:v>
                </c:pt>
                <c:pt idx="1">
                  <c:v>Categoria 2</c:v>
                </c:pt>
                <c:pt idx="2">
                  <c:v>Categoria 3</c:v>
                </c:pt>
                <c:pt idx="3">
                  <c:v>Categoria 4</c:v>
                </c:pt>
                <c:pt idx="4">
                  <c:v>cata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</c:v>
                </c:pt>
                <c:pt idx="1">
                  <c:v>18</c:v>
                </c:pt>
                <c:pt idx="2">
                  <c:v>22</c:v>
                </c:pt>
                <c:pt idx="3">
                  <c:v>15</c:v>
                </c:pt>
                <c:pt idx="4">
                  <c:v>16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980-4D61-9972-18F9339DB73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 2</c:v>
                </c:pt>
              </c:strCache>
            </c:strRef>
          </c:tx>
          <c:spPr>
            <a:ln w="5080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10"/>
            <c:spPr>
              <a:solidFill>
                <a:schemeClr val="tx1"/>
              </a:solidFill>
              <a:ln w="50800">
                <a:solidFill>
                  <a:schemeClr val="accent3"/>
                </a:solidFill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Categoria 1</c:v>
                </c:pt>
                <c:pt idx="1">
                  <c:v>Categoria 2</c:v>
                </c:pt>
                <c:pt idx="2">
                  <c:v>Categoria 3</c:v>
                </c:pt>
                <c:pt idx="3">
                  <c:v>Categoria 4</c:v>
                </c:pt>
                <c:pt idx="4">
                  <c:v>cata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25</c:v>
                </c:pt>
                <c:pt idx="1">
                  <c:v>24</c:v>
                </c:pt>
                <c:pt idx="2">
                  <c:v>16</c:v>
                </c:pt>
                <c:pt idx="3">
                  <c:v>21</c:v>
                </c:pt>
                <c:pt idx="4">
                  <c:v>20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A980-4D61-9972-18F9339DB73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 3</c:v>
                </c:pt>
              </c:strCache>
            </c:strRef>
          </c:tx>
          <c:spPr>
            <a:ln w="76200" cap="rnd">
              <a:solidFill>
                <a:schemeClr val="bg2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tx1"/>
              </a:solidFill>
              <a:ln w="50800">
                <a:solidFill>
                  <a:schemeClr val="bg2"/>
                </a:solidFill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Categoria 1</c:v>
                </c:pt>
                <c:pt idx="1">
                  <c:v>Categoria 2</c:v>
                </c:pt>
                <c:pt idx="2">
                  <c:v>Categoria 3</c:v>
                </c:pt>
                <c:pt idx="3">
                  <c:v>Categoria 4</c:v>
                </c:pt>
                <c:pt idx="4">
                  <c:v>cata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16</c:v>
                </c:pt>
                <c:pt idx="1">
                  <c:v>16</c:v>
                </c:pt>
                <c:pt idx="2">
                  <c:v>22</c:v>
                </c:pt>
                <c:pt idx="3">
                  <c:v>27</c:v>
                </c:pt>
                <c:pt idx="4">
                  <c:v>38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A980-4D61-9972-18F9339DB73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75147384"/>
        <c:axId val="575139544"/>
      </c:lineChart>
      <c:catAx>
        <c:axId val="57514738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575139544"/>
        <c:crosses val="autoZero"/>
        <c:auto val="1"/>
        <c:lblAlgn val="ctr"/>
        <c:lblOffset val="100"/>
        <c:noMultiLvlLbl val="0"/>
      </c:catAx>
      <c:valAx>
        <c:axId val="575139544"/>
        <c:scaling>
          <c:orientation val="minMax"/>
          <c:min val="10"/>
        </c:scaling>
        <c:delete val="1"/>
        <c:axPos val="l"/>
        <c:numFmt formatCode="General" sourceLinked="1"/>
        <c:majorTickMark val="out"/>
        <c:minorTickMark val="none"/>
        <c:tickLblPos val="nextTo"/>
        <c:crossAx val="5751473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it-IT" noProof="0"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chemeClr val="bg2">
                <a:alpha val="70000"/>
              </a:schemeClr>
            </a:solidFill>
            <a:ln>
              <a:noFill/>
            </a:ln>
            <a:effectLst>
              <a:softEdge rad="38100"/>
            </a:effectLst>
          </c:spPr>
          <c:invertIfNegative val="0"/>
          <c:dPt>
            <c:idx val="0"/>
            <c:invertIfNegative val="0"/>
            <c:bubble3D val="0"/>
            <c:spPr>
              <a:solidFill>
                <a:srgbClr val="6EAA2E">
                  <a:alpha val="70000"/>
                </a:srgbClr>
              </a:solidFill>
              <a:ln>
                <a:noFill/>
              </a:ln>
              <a:effectLst>
                <a:softEdge rad="38100"/>
              </a:effectLst>
            </c:spPr>
            <c:extLst>
              <c:ext xmlns:c16="http://schemas.microsoft.com/office/drawing/2014/chart" uri="{C3380CC4-5D6E-409C-BE32-E72D297353CC}">
                <c16:uniqueId val="{00000001-73AC-403E-AB5D-56A68B156BCA}"/>
              </c:ext>
            </c:extLst>
          </c:dPt>
          <c:dPt>
            <c:idx val="1"/>
            <c:invertIfNegative val="0"/>
            <c:bubble3D val="0"/>
            <c:spPr>
              <a:solidFill>
                <a:schemeClr val="bg1">
                  <a:lumMod val="95000"/>
                  <a:lumOff val="5000"/>
                  <a:alpha val="70000"/>
                </a:schemeClr>
              </a:solidFill>
              <a:ln>
                <a:noFill/>
              </a:ln>
              <a:effectLst>
                <a:softEdge rad="38100"/>
              </a:effectLst>
            </c:spPr>
            <c:extLst>
              <c:ext xmlns:c16="http://schemas.microsoft.com/office/drawing/2014/chart" uri="{C3380CC4-5D6E-409C-BE32-E72D297353CC}">
                <c16:uniqueId val="{00000003-73AC-403E-AB5D-56A68B156BCA}"/>
              </c:ext>
            </c:extLst>
          </c:dPt>
          <c:dLbls>
            <c:dLbl>
              <c:idx val="2"/>
              <c:layout>
                <c:manualLayout>
                  <c:x val="-0.14933449134701746"/>
                  <c:y val="-9.4794114973574574E-3"/>
                </c:manualLayout>
              </c:layout>
              <c:tx>
                <c:rich>
                  <a:bodyPr/>
                  <a:lstStyle/>
                  <a:p>
                    <a:fld id="{675833A9-534D-4DDE-9D92-020F4EA55636}" type="VALUE">
                      <a:rPr lang="en-US" sz="3200"/>
                      <a:pPr/>
                      <a:t>[VALORE]</a:t>
                    </a:fld>
                    <a:endParaRPr lang="it-IT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4-73AC-403E-AB5D-56A68B156BC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lang="it-IT" sz="2000" b="1" i="0" u="none" strike="noStrike" kern="1200" baseline="0" noProof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Dropout</c:v>
                </c:pt>
                <c:pt idx="1">
                  <c:v>Enrolled</c:v>
                </c:pt>
                <c:pt idx="2">
                  <c:v>Graduate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40</c:v>
                </c:pt>
                <c:pt idx="1">
                  <c:v>55</c:v>
                </c:pt>
                <c:pt idx="2">
                  <c:v>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73AC-403E-AB5D-56A68B156BC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 2</c:v>
                </c:pt>
              </c:strCache>
            </c:strRef>
          </c:tx>
          <c:spPr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50800" dist="50800" dir="5400000" algn="ctr" rotWithShape="0">
                <a:srgbClr val="000000"/>
              </a:outerShdw>
              <a:softEdge rad="50800"/>
            </a:effectLst>
          </c:spPr>
          <c:invertIfNegative val="0"/>
          <c:dPt>
            <c:idx val="0"/>
            <c:invertIfNegative val="0"/>
            <c:bubble3D val="0"/>
            <c:spPr>
              <a:solidFill>
                <a:schemeClr val="bg2">
                  <a:lumMod val="75000"/>
                </a:schemeClr>
              </a:solidFill>
              <a:ln>
                <a:noFill/>
              </a:ln>
              <a:effectLst>
                <a:outerShdw blurRad="50800" dist="50800" dir="5400000" algn="ctr" rotWithShape="0">
                  <a:srgbClr val="000000"/>
                </a:outerShdw>
                <a:softEdge rad="50800"/>
              </a:effectLst>
            </c:spPr>
            <c:extLst>
              <c:ext xmlns:c16="http://schemas.microsoft.com/office/drawing/2014/chart" uri="{C3380CC4-5D6E-409C-BE32-E72D297353CC}">
                <c16:uniqueId val="{00000007-73AC-403E-AB5D-56A68B156BCA}"/>
              </c:ext>
            </c:extLst>
          </c:dPt>
          <c:dPt>
            <c:idx val="1"/>
            <c:invertIfNegative val="0"/>
            <c:bubble3D val="0"/>
            <c:spPr>
              <a:solidFill>
                <a:schemeClr val="bg2">
                  <a:lumMod val="75000"/>
                </a:schemeClr>
              </a:solidFill>
              <a:ln>
                <a:noFill/>
              </a:ln>
              <a:effectLst>
                <a:outerShdw blurRad="50800" dist="50800" dir="5400000" algn="ctr" rotWithShape="0">
                  <a:srgbClr val="000000"/>
                </a:outerShdw>
                <a:softEdge rad="50800"/>
              </a:effectLst>
            </c:spPr>
            <c:extLst>
              <c:ext xmlns:c16="http://schemas.microsoft.com/office/drawing/2014/chart" uri="{C3380CC4-5D6E-409C-BE32-E72D297353CC}">
                <c16:uniqueId val="{00000009-73AC-403E-AB5D-56A68B156BCA}"/>
              </c:ext>
            </c:extLst>
          </c:dPt>
          <c:dPt>
            <c:idx val="2"/>
            <c:invertIfNegative val="0"/>
            <c:bubble3D val="0"/>
            <c:spPr>
              <a:solidFill>
                <a:schemeClr val="bg2">
                  <a:lumMod val="75000"/>
                </a:schemeClr>
              </a:solidFill>
              <a:ln>
                <a:noFill/>
              </a:ln>
              <a:effectLst>
                <a:outerShdw blurRad="50800" dist="50800" dir="5400000" algn="ctr" rotWithShape="0">
                  <a:srgbClr val="000000"/>
                </a:outerShdw>
                <a:softEdge rad="50800"/>
              </a:effectLst>
            </c:spPr>
            <c:extLst>
              <c:ext xmlns:c16="http://schemas.microsoft.com/office/drawing/2014/chart" uri="{C3380CC4-5D6E-409C-BE32-E72D297353CC}">
                <c16:uniqueId val="{0000000B-73AC-403E-AB5D-56A68B156BCA}"/>
              </c:ext>
            </c:extLst>
          </c:dPt>
          <c:cat>
            <c:strRef>
              <c:f>Sheet1!$A$2:$A$4</c:f>
              <c:strCache>
                <c:ptCount val="3"/>
                <c:pt idx="0">
                  <c:v>Dropout</c:v>
                </c:pt>
                <c:pt idx="1">
                  <c:v>Enrolled</c:v>
                </c:pt>
                <c:pt idx="2">
                  <c:v>Graduate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60</c:v>
                </c:pt>
                <c:pt idx="1">
                  <c:v>45</c:v>
                </c:pt>
                <c:pt idx="2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73AC-403E-AB5D-56A68B156BC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1049426776"/>
        <c:axId val="1049432680"/>
      </c:barChart>
      <c:catAx>
        <c:axId val="104942677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>
            <a:softEdge rad="0"/>
          </a:effectLst>
        </c:spPr>
        <c:txPr>
          <a:bodyPr rot="-60000000" spcFirstLastPara="1" vertOverflow="ellipsis" vert="horz" wrap="square" anchor="ctr" anchorCtr="1"/>
          <a:lstStyle/>
          <a:p>
            <a:pPr>
              <a:defRPr lang="it-IT" sz="1600" b="0" i="0" u="none" strike="noStrike" kern="12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1049432680"/>
        <c:crosses val="autoZero"/>
        <c:auto val="1"/>
        <c:lblAlgn val="ctr"/>
        <c:lblOffset val="100"/>
        <c:noMultiLvlLbl val="0"/>
      </c:catAx>
      <c:valAx>
        <c:axId val="1049432680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10494267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it-IT" noProof="0"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1269538-BFC5-48BB-BEA1-D7AF1F385FD5}" type="doc">
      <dgm:prSet loTypeId="urn:microsoft.com/office/officeart/2005/8/layout/vList5" loCatId="list" qsTypeId="urn:microsoft.com/office/officeart/2005/8/quickstyle/simple1" qsCatId="simple" csTypeId="urn:microsoft.com/office/officeart/2005/8/colors/accent0_2" csCatId="mainScheme" phldr="1"/>
      <dgm:spPr/>
      <dgm:t>
        <a:bodyPr rtlCol="0"/>
        <a:lstStyle/>
        <a:p>
          <a:pPr rtl="0"/>
          <a:endParaRPr lang="en-US"/>
        </a:p>
      </dgm:t>
    </dgm:pt>
    <dgm:pt modelId="{0D51337A-31FA-4717-B2BF-9243F96D2B9B}">
      <dgm:prSet phldrT="[Text]" custT="1"/>
      <dgm:spPr>
        <a:solidFill>
          <a:srgbClr val="146194"/>
        </a:solidFill>
        <a:ln w="15875" cap="rnd" cmpd="sng" algn="ctr">
          <a:solidFill>
            <a:srgbClr val="146194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 spcFirstLastPara="0" vert="horz" wrap="square" lIns="80010" tIns="40005" rIns="80010" bIns="40005" numCol="1" spcCol="1270" rtlCol="0" anchor="ctr" anchorCtr="0"/>
        <a:lstStyle/>
        <a:p>
          <a:pPr rtl="0"/>
          <a:r>
            <a:rPr lang="it-IT" sz="2800" kern="1200" noProof="0" dirty="0">
              <a:solidFill>
                <a:schemeClr val="tx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rPr>
            <a:t>Qual è il </a:t>
          </a:r>
          <a:r>
            <a:rPr lang="it-IT" sz="2800" kern="1200" noProof="0" dirty="0">
              <a:solidFill>
                <a:prstClr val="white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rPr>
            <a:t>problema</a:t>
          </a:r>
          <a:r>
            <a:rPr lang="it-IT" sz="2800" kern="1200" noProof="0" dirty="0">
              <a:solidFill>
                <a:schemeClr val="tx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rPr>
            <a:t>?</a:t>
          </a:r>
        </a:p>
      </dgm:t>
    </dgm:pt>
    <dgm:pt modelId="{A9294D65-F371-46C8-A624-E557E9DF1A30}" type="parTrans" cxnId="{9E6BB655-7FE4-4F8D-B1D2-F885E60B8754}">
      <dgm:prSet/>
      <dgm:spPr/>
      <dgm:t>
        <a:bodyPr rtlCol="0"/>
        <a:lstStyle/>
        <a:p>
          <a:pPr rtl="0"/>
          <a:endParaRPr lang="it-IT" noProof="0" dirty="0"/>
        </a:p>
      </dgm:t>
    </dgm:pt>
    <dgm:pt modelId="{6799645E-F42F-43D8-B2EA-A1377D84D0B3}" type="sibTrans" cxnId="{9E6BB655-7FE4-4F8D-B1D2-F885E60B8754}">
      <dgm:prSet/>
      <dgm:spPr/>
      <dgm:t>
        <a:bodyPr rtlCol="0"/>
        <a:lstStyle/>
        <a:p>
          <a:pPr rtl="0"/>
          <a:endParaRPr lang="it-IT" noProof="0" dirty="0"/>
        </a:p>
      </dgm:t>
    </dgm:pt>
    <dgm:pt modelId="{E40970FA-9468-4353-8343-FE5E2BEBB8B0}">
      <dgm:prSet phldrT="[Text]" custT="1"/>
      <dgm:spPr/>
      <dgm:t>
        <a:bodyPr/>
        <a:lstStyle/>
        <a:p>
          <a:pPr algn="just">
            <a:buFont typeface="Arial" panose="020B0604020202020204" pitchFamily="34" charset="0"/>
            <a:buChar char="•"/>
          </a:pPr>
          <a:r>
            <a:rPr lang="it-IT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Il progetto mira a identificare precocemente gli studenti a rischio di abbandono (</a:t>
          </a:r>
          <a:r>
            <a:rPr lang="it-IT" sz="2000" b="1" i="1" dirty="0">
              <a:latin typeface="Times New Roman" panose="02020603050405020304" pitchFamily="18" charset="0"/>
              <a:cs typeface="Times New Roman" panose="02020603050405020304" pitchFamily="18" charset="0"/>
            </a:rPr>
            <a:t>D</a:t>
          </a:r>
          <a:r>
            <a:rPr lang="it-IT" sz="2000" b="1" i="1" u="none" dirty="0">
              <a:latin typeface="Times New Roman" panose="02020603050405020304" pitchFamily="18" charset="0"/>
              <a:cs typeface="Times New Roman" panose="02020603050405020304" pitchFamily="18" charset="0"/>
            </a:rPr>
            <a:t>ropout</a:t>
          </a:r>
          <a:r>
            <a:rPr lang="it-IT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) per permettere all'istituzione di intervenire</a:t>
          </a:r>
          <a:endParaRPr lang="it-IT" sz="2000" noProof="0" dirty="0">
            <a:latin typeface="Times New Roman" panose="02020603050405020304" pitchFamily="18" charset="0"/>
            <a:ea typeface="Tahoma" panose="020B0604030504040204" pitchFamily="34" charset="0"/>
            <a:cs typeface="Times New Roman" panose="02020603050405020304" pitchFamily="18" charset="0"/>
          </a:endParaRPr>
        </a:p>
      </dgm:t>
    </dgm:pt>
    <dgm:pt modelId="{85FA6A33-9FA9-4134-A6A3-A5D4748A1779}" type="parTrans" cxnId="{A316347C-9D1A-43C6-BE2B-DC184440E1C9}">
      <dgm:prSet/>
      <dgm:spPr/>
      <dgm:t>
        <a:bodyPr rtlCol="0"/>
        <a:lstStyle/>
        <a:p>
          <a:pPr rtl="0"/>
          <a:endParaRPr lang="it-IT" noProof="0" dirty="0"/>
        </a:p>
      </dgm:t>
    </dgm:pt>
    <dgm:pt modelId="{04FF68DF-CF36-4D12-9ECE-A3519B0AC88A}" type="sibTrans" cxnId="{A316347C-9D1A-43C6-BE2B-DC184440E1C9}">
      <dgm:prSet/>
      <dgm:spPr/>
      <dgm:t>
        <a:bodyPr rtlCol="0"/>
        <a:lstStyle/>
        <a:p>
          <a:pPr rtl="0"/>
          <a:endParaRPr lang="it-IT" noProof="0" dirty="0"/>
        </a:p>
      </dgm:t>
    </dgm:pt>
    <dgm:pt modelId="{A7F7584C-6CC5-40A2-9566-2842A5DEA97A}">
      <dgm:prSet phldrT="[Text]" custT="1"/>
      <dgm:spPr>
        <a:solidFill>
          <a:srgbClr val="146194"/>
        </a:solidFill>
        <a:ln w="15875" cap="rnd" cmpd="sng" algn="ctr">
          <a:solidFill>
            <a:srgbClr val="146194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 spcFirstLastPara="0" vert="horz" wrap="square" lIns="80010" tIns="40005" rIns="80010" bIns="40005" numCol="1" spcCol="1270" rtlCol="0" anchor="ctr" anchorCtr="0"/>
        <a:lstStyle/>
        <a:p>
          <a:pPr rtl="0"/>
          <a:r>
            <a:rPr lang="it-IT" sz="2800" noProof="0" dirty="0">
              <a:solidFill>
                <a:schemeClr val="tx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rPr>
            <a:t>Tipo di task?</a:t>
          </a:r>
        </a:p>
      </dgm:t>
    </dgm:pt>
    <dgm:pt modelId="{581272CD-5908-4C17-8E9B-8BF6DCE43C3E}" type="parTrans" cxnId="{F68422C1-CD34-4DED-AA4B-85EFFF4FE933}">
      <dgm:prSet/>
      <dgm:spPr/>
      <dgm:t>
        <a:bodyPr rtlCol="0"/>
        <a:lstStyle/>
        <a:p>
          <a:pPr rtl="0"/>
          <a:endParaRPr lang="it-IT" noProof="0" dirty="0"/>
        </a:p>
      </dgm:t>
    </dgm:pt>
    <dgm:pt modelId="{C41ED6A4-512C-48AB-901D-671B73446005}" type="sibTrans" cxnId="{F68422C1-CD34-4DED-AA4B-85EFFF4FE933}">
      <dgm:prSet/>
      <dgm:spPr/>
      <dgm:t>
        <a:bodyPr rtlCol="0"/>
        <a:lstStyle/>
        <a:p>
          <a:pPr rtl="0"/>
          <a:endParaRPr lang="it-IT" noProof="0" dirty="0"/>
        </a:p>
      </dgm:t>
    </dgm:pt>
    <dgm:pt modelId="{9D8DAFB6-C744-4BD6-B757-393BF647EBB6}">
      <dgm:prSet phldrT="[Text]" custT="1"/>
      <dgm:spPr/>
      <dgm:t>
        <a:bodyPr rtlCol="0"/>
        <a:lstStyle/>
        <a:p>
          <a:pPr rtl="0"/>
          <a:r>
            <a:rPr lang="it-IT" sz="2400" noProof="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rPr>
            <a:t>Classificazione multiclasse (3 Classi)</a:t>
          </a:r>
        </a:p>
      </dgm:t>
    </dgm:pt>
    <dgm:pt modelId="{17C1C47E-8D1A-404A-B227-B017391CB5F6}" type="parTrans" cxnId="{56052809-46E4-4445-B520-94004C28BB9D}">
      <dgm:prSet/>
      <dgm:spPr/>
      <dgm:t>
        <a:bodyPr rtlCol="0"/>
        <a:lstStyle/>
        <a:p>
          <a:pPr rtl="0"/>
          <a:endParaRPr lang="it-IT" noProof="0" dirty="0"/>
        </a:p>
      </dgm:t>
    </dgm:pt>
    <dgm:pt modelId="{C9B44773-68B1-427B-B9CA-0AEA186B621E}" type="sibTrans" cxnId="{56052809-46E4-4445-B520-94004C28BB9D}">
      <dgm:prSet/>
      <dgm:spPr/>
      <dgm:t>
        <a:bodyPr rtlCol="0"/>
        <a:lstStyle/>
        <a:p>
          <a:pPr rtl="0"/>
          <a:endParaRPr lang="it-IT" noProof="0" dirty="0"/>
        </a:p>
      </dgm:t>
    </dgm:pt>
    <dgm:pt modelId="{51A6936C-668E-4912-B1B4-BA2D45D3F624}">
      <dgm:prSet phldrT="[Text]" custT="1"/>
      <dgm:spPr>
        <a:solidFill>
          <a:srgbClr val="146194"/>
        </a:solidFill>
        <a:ln w="15875" cap="rnd" cmpd="sng" algn="ctr">
          <a:solidFill>
            <a:srgbClr val="146194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 spcFirstLastPara="0" vert="horz" wrap="square" lIns="80010" tIns="40005" rIns="80010" bIns="40005" numCol="1" spcCol="1270" rtlCol="0" anchor="ctr" anchorCtr="0"/>
        <a:lstStyle/>
        <a:p>
          <a:pPr rtl="0"/>
          <a:r>
            <a:rPr lang="it-IT" sz="2800" kern="1200" noProof="0" dirty="0">
              <a:solidFill>
                <a:schemeClr val="tx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rPr>
            <a:t>Perché il problema deve essere risolto?</a:t>
          </a:r>
        </a:p>
      </dgm:t>
    </dgm:pt>
    <dgm:pt modelId="{8F7D40F1-9723-47F5-BFD2-340696378D49}" type="parTrans" cxnId="{000FE2BB-9FE6-4965-ADF5-E3E85B644286}">
      <dgm:prSet/>
      <dgm:spPr/>
      <dgm:t>
        <a:bodyPr rtlCol="0"/>
        <a:lstStyle/>
        <a:p>
          <a:pPr rtl="0"/>
          <a:endParaRPr lang="it-IT" noProof="0" dirty="0"/>
        </a:p>
      </dgm:t>
    </dgm:pt>
    <dgm:pt modelId="{E68031D9-E3F9-439E-86FC-2A0A3A3988D0}" type="sibTrans" cxnId="{000FE2BB-9FE6-4965-ADF5-E3E85B644286}">
      <dgm:prSet/>
      <dgm:spPr/>
      <dgm:t>
        <a:bodyPr rtlCol="0"/>
        <a:lstStyle/>
        <a:p>
          <a:pPr rtl="0"/>
          <a:endParaRPr lang="it-IT" noProof="0" dirty="0"/>
        </a:p>
      </dgm:t>
    </dgm:pt>
    <dgm:pt modelId="{2A9B6C90-9B70-4ED8-9084-8651413BB905}">
      <dgm:prSet phldrT="[Text]" custT="1"/>
      <dgm:spPr/>
      <dgm:t>
        <a:bodyPr rtlCol="0"/>
        <a:lstStyle/>
        <a:p>
          <a:pPr algn="just" rtl="0"/>
          <a:r>
            <a:rPr lang="it-IT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Il problema dell'abbandono universitario è critico. Ho affrontato una classificazione a tre vie per distinguere non solo chi molla e chi finisce, ma anche chi si trova in ritardo (</a:t>
          </a:r>
          <a:r>
            <a:rPr lang="it-IT" sz="1800" b="1" i="1" dirty="0">
              <a:latin typeface="Times New Roman" panose="02020603050405020304" pitchFamily="18" charset="0"/>
              <a:cs typeface="Times New Roman" panose="02020603050405020304" pitchFamily="18" charset="0"/>
            </a:rPr>
            <a:t>Enrolled</a:t>
          </a:r>
          <a:r>
            <a:rPr lang="it-IT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)</a:t>
          </a:r>
          <a:endParaRPr lang="it-IT" sz="1800" noProof="0" dirty="0">
            <a:latin typeface="Times New Roman" panose="02020603050405020304" pitchFamily="18" charset="0"/>
            <a:ea typeface="Tahoma" panose="020B0604030504040204" pitchFamily="34" charset="0"/>
            <a:cs typeface="Times New Roman" panose="02020603050405020304" pitchFamily="18" charset="0"/>
          </a:endParaRPr>
        </a:p>
      </dgm:t>
    </dgm:pt>
    <dgm:pt modelId="{47C005B7-F5AA-4111-A87D-782B117A0259}" type="parTrans" cxnId="{1D59D94A-4BF7-417E-B49B-225C005839A9}">
      <dgm:prSet/>
      <dgm:spPr/>
      <dgm:t>
        <a:bodyPr rtlCol="0"/>
        <a:lstStyle/>
        <a:p>
          <a:pPr rtl="0"/>
          <a:endParaRPr lang="it-IT" noProof="0" dirty="0"/>
        </a:p>
      </dgm:t>
    </dgm:pt>
    <dgm:pt modelId="{54109FB3-0563-4B2C-BFF0-181E047427F8}" type="sibTrans" cxnId="{1D59D94A-4BF7-417E-B49B-225C005839A9}">
      <dgm:prSet/>
      <dgm:spPr/>
      <dgm:t>
        <a:bodyPr rtlCol="0"/>
        <a:lstStyle/>
        <a:p>
          <a:pPr rtl="0"/>
          <a:endParaRPr lang="it-IT" noProof="0" dirty="0"/>
        </a:p>
      </dgm:t>
    </dgm:pt>
    <dgm:pt modelId="{928B5CB8-3545-4EE5-8BED-981D3C6157A5}">
      <dgm:prSet phldrT="[Text]" custT="1"/>
      <dgm:spPr>
        <a:solidFill>
          <a:srgbClr val="146194"/>
        </a:solidFill>
        <a:ln w="15875" cap="rnd" cmpd="sng" algn="ctr">
          <a:solidFill>
            <a:srgbClr val="146194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 spcFirstLastPara="0" vert="horz" wrap="square" lIns="80010" tIns="40005" rIns="80010" bIns="40005" numCol="1" spcCol="1270" rtlCol="0" anchor="ctr" anchorCtr="0"/>
        <a:lstStyle/>
        <a:p>
          <a:pPr marL="0" lvl="0" indent="0" algn="ctr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800" kern="1200" noProof="0" dirty="0">
              <a:solidFill>
                <a:prstClr val="white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rPr>
            <a:t>Dataset utilizzato?</a:t>
          </a:r>
        </a:p>
      </dgm:t>
    </dgm:pt>
    <dgm:pt modelId="{8452F8D0-82FD-4609-B6BD-446E31563D8A}" type="parTrans" cxnId="{085D3777-7996-4375-B5FB-BFD96D1BF9E4}">
      <dgm:prSet/>
      <dgm:spPr/>
      <dgm:t>
        <a:bodyPr rtlCol="0"/>
        <a:lstStyle/>
        <a:p>
          <a:pPr rtl="0"/>
          <a:endParaRPr lang="it-IT" noProof="0" dirty="0"/>
        </a:p>
      </dgm:t>
    </dgm:pt>
    <dgm:pt modelId="{8EF545BA-8D8A-4813-A428-2F18D76E61FA}" type="sibTrans" cxnId="{085D3777-7996-4375-B5FB-BFD96D1BF9E4}">
      <dgm:prSet/>
      <dgm:spPr/>
      <dgm:t>
        <a:bodyPr rtlCol="0"/>
        <a:lstStyle/>
        <a:p>
          <a:pPr rtl="0"/>
          <a:endParaRPr lang="it-IT" noProof="0" dirty="0"/>
        </a:p>
      </dgm:t>
    </dgm:pt>
    <dgm:pt modelId="{95A524E6-8A71-49A1-AF74-29696A02028A}">
      <dgm:prSet phldrT="[Text]" custT="1"/>
      <dgm:spPr/>
      <dgm:t>
        <a:bodyPr rtlCol="0"/>
        <a:lstStyle/>
        <a:p>
          <a:pPr rtl="0"/>
          <a:r>
            <a:rPr lang="it-IT" sz="2400" noProof="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rPr>
            <a:t>Il dataset iniziale è estremamente ricco</a:t>
          </a:r>
        </a:p>
      </dgm:t>
    </dgm:pt>
    <dgm:pt modelId="{52C86CAF-440B-4BB7-BD46-805908EC2D17}" type="parTrans" cxnId="{764A7F40-FC93-4B5E-82E4-B29F920B2D30}">
      <dgm:prSet/>
      <dgm:spPr/>
      <dgm:t>
        <a:bodyPr rtlCol="0"/>
        <a:lstStyle/>
        <a:p>
          <a:pPr rtl="0"/>
          <a:endParaRPr lang="it-IT" noProof="0" dirty="0"/>
        </a:p>
      </dgm:t>
    </dgm:pt>
    <dgm:pt modelId="{EE0C23C2-8A0C-497A-A914-ED60FDCA930F}" type="sibTrans" cxnId="{764A7F40-FC93-4B5E-82E4-B29F920B2D30}">
      <dgm:prSet/>
      <dgm:spPr/>
      <dgm:t>
        <a:bodyPr rtlCol="0"/>
        <a:lstStyle/>
        <a:p>
          <a:pPr rtl="0"/>
          <a:endParaRPr lang="it-IT" noProof="0" dirty="0"/>
        </a:p>
      </dgm:t>
    </dgm:pt>
    <dgm:pt modelId="{1361FDD3-905E-45D0-B127-D983AB5B07BC}">
      <dgm:prSet phldrT="[Text]" custT="1"/>
      <dgm:spPr/>
      <dgm:t>
        <a:bodyPr rtlCol="0"/>
        <a:lstStyle/>
        <a:p>
          <a:pPr rtl="0"/>
          <a:r>
            <a:rPr lang="it-IT" sz="2400" noProof="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rPr>
            <a:t>(4424 istanze [righe] e 36 feature [colonne])</a:t>
          </a:r>
        </a:p>
      </dgm:t>
    </dgm:pt>
    <dgm:pt modelId="{2F3EF62B-AF5F-44F1-AC02-E6350F544F42}" type="parTrans" cxnId="{DFE9C398-E4F8-4962-B816-12D7F06F158B}">
      <dgm:prSet/>
      <dgm:spPr/>
      <dgm:t>
        <a:bodyPr/>
        <a:lstStyle/>
        <a:p>
          <a:endParaRPr lang="it-IT"/>
        </a:p>
      </dgm:t>
    </dgm:pt>
    <dgm:pt modelId="{11AE005E-422C-4200-8116-A876F0F51752}" type="sibTrans" cxnId="{DFE9C398-E4F8-4962-B816-12D7F06F158B}">
      <dgm:prSet/>
      <dgm:spPr/>
      <dgm:t>
        <a:bodyPr/>
        <a:lstStyle/>
        <a:p>
          <a:endParaRPr lang="it-IT"/>
        </a:p>
      </dgm:t>
    </dgm:pt>
    <dgm:pt modelId="{99FD7F24-5BB9-46E8-BB7C-4B477B73B815}" type="pres">
      <dgm:prSet presAssocID="{81269538-BFC5-48BB-BEA1-D7AF1F385FD5}" presName="Name0" presStyleCnt="0">
        <dgm:presLayoutVars>
          <dgm:dir/>
          <dgm:animLvl val="lvl"/>
          <dgm:resizeHandles val="exact"/>
        </dgm:presLayoutVars>
      </dgm:prSet>
      <dgm:spPr/>
    </dgm:pt>
    <dgm:pt modelId="{BBAB8945-0B00-4547-92CF-AE59FDD0EF39}" type="pres">
      <dgm:prSet presAssocID="{0D51337A-31FA-4717-B2BF-9243F96D2B9B}" presName="linNode" presStyleCnt="0"/>
      <dgm:spPr/>
    </dgm:pt>
    <dgm:pt modelId="{3230722F-B757-4673-BD2F-9D4BAB5CEE8D}" type="pres">
      <dgm:prSet presAssocID="{0D51337A-31FA-4717-B2BF-9243F96D2B9B}" presName="parentText" presStyleLbl="node1" presStyleIdx="0" presStyleCnt="4">
        <dgm:presLayoutVars>
          <dgm:chMax val="1"/>
          <dgm:bulletEnabled val="1"/>
        </dgm:presLayoutVars>
      </dgm:prSet>
      <dgm:spPr>
        <a:xfrm>
          <a:off x="0" y="1809"/>
          <a:ext cx="3072384" cy="870149"/>
        </a:xfrm>
        <a:prstGeom prst="roundRect">
          <a:avLst/>
        </a:prstGeom>
      </dgm:spPr>
    </dgm:pt>
    <dgm:pt modelId="{6FB9694A-6C63-4B23-90F6-4F208C00D399}" type="pres">
      <dgm:prSet presAssocID="{0D51337A-31FA-4717-B2BF-9243F96D2B9B}" presName="descendantText" presStyleLbl="alignAccFollowNode1" presStyleIdx="0" presStyleCnt="4" custScaleX="99781" custScaleY="96565">
        <dgm:presLayoutVars>
          <dgm:bulletEnabled val="1"/>
        </dgm:presLayoutVars>
      </dgm:prSet>
      <dgm:spPr/>
    </dgm:pt>
    <dgm:pt modelId="{3E4AEBB9-D07D-412D-A9F3-5F50CE85FF20}" type="pres">
      <dgm:prSet presAssocID="{6799645E-F42F-43D8-B2EA-A1377D84D0B3}" presName="sp" presStyleCnt="0"/>
      <dgm:spPr/>
    </dgm:pt>
    <dgm:pt modelId="{C60E4332-AB2E-4201-AF29-E3D9D2CE99DD}" type="pres">
      <dgm:prSet presAssocID="{A7F7584C-6CC5-40A2-9566-2842A5DEA97A}" presName="linNode" presStyleCnt="0"/>
      <dgm:spPr/>
    </dgm:pt>
    <dgm:pt modelId="{8A3FE5E4-2689-4041-B2C5-C63BC276A3EF}" type="pres">
      <dgm:prSet presAssocID="{A7F7584C-6CC5-40A2-9566-2842A5DEA97A}" presName="parentText" presStyleLbl="node1" presStyleIdx="1" presStyleCnt="4">
        <dgm:presLayoutVars>
          <dgm:chMax val="1"/>
          <dgm:bulletEnabled val="1"/>
        </dgm:presLayoutVars>
      </dgm:prSet>
      <dgm:spPr>
        <a:xfrm>
          <a:off x="0" y="915465"/>
          <a:ext cx="3072384" cy="870149"/>
        </a:xfrm>
        <a:prstGeom prst="roundRect">
          <a:avLst/>
        </a:prstGeom>
      </dgm:spPr>
    </dgm:pt>
    <dgm:pt modelId="{329ECF1A-78BE-41CB-B252-8011825B67CD}" type="pres">
      <dgm:prSet presAssocID="{A7F7584C-6CC5-40A2-9566-2842A5DEA97A}" presName="descendantText" presStyleLbl="alignAccFollowNode1" presStyleIdx="1" presStyleCnt="4">
        <dgm:presLayoutVars>
          <dgm:bulletEnabled val="1"/>
        </dgm:presLayoutVars>
      </dgm:prSet>
      <dgm:spPr/>
    </dgm:pt>
    <dgm:pt modelId="{CF97419B-1653-4404-8A25-A4EB2811914A}" type="pres">
      <dgm:prSet presAssocID="{C41ED6A4-512C-48AB-901D-671B73446005}" presName="sp" presStyleCnt="0"/>
      <dgm:spPr/>
    </dgm:pt>
    <dgm:pt modelId="{74B4E996-D144-43FA-9C7B-5183D295C315}" type="pres">
      <dgm:prSet presAssocID="{51A6936C-668E-4912-B1B4-BA2D45D3F624}" presName="linNode" presStyleCnt="0"/>
      <dgm:spPr/>
    </dgm:pt>
    <dgm:pt modelId="{1C763A21-352A-41D1-A2E2-E305DABA275D}" type="pres">
      <dgm:prSet presAssocID="{51A6936C-668E-4912-B1B4-BA2D45D3F624}" presName="parentText" presStyleLbl="node1" presStyleIdx="2" presStyleCnt="4">
        <dgm:presLayoutVars>
          <dgm:chMax val="1"/>
          <dgm:bulletEnabled val="1"/>
        </dgm:presLayoutVars>
      </dgm:prSet>
      <dgm:spPr>
        <a:xfrm>
          <a:off x="0" y="1829122"/>
          <a:ext cx="3072384" cy="870149"/>
        </a:xfrm>
        <a:prstGeom prst="roundRect">
          <a:avLst/>
        </a:prstGeom>
      </dgm:spPr>
    </dgm:pt>
    <dgm:pt modelId="{A66EBD3D-E7C5-421C-B8B5-728648057DDC}" type="pres">
      <dgm:prSet presAssocID="{51A6936C-668E-4912-B1B4-BA2D45D3F624}" presName="descendantText" presStyleLbl="alignAccFollowNode1" presStyleIdx="2" presStyleCnt="4">
        <dgm:presLayoutVars>
          <dgm:bulletEnabled val="1"/>
        </dgm:presLayoutVars>
      </dgm:prSet>
      <dgm:spPr/>
    </dgm:pt>
    <dgm:pt modelId="{4D3735EA-64D5-44A4-9D60-787BDDA83D1A}" type="pres">
      <dgm:prSet presAssocID="{E68031D9-E3F9-439E-86FC-2A0A3A3988D0}" presName="sp" presStyleCnt="0"/>
      <dgm:spPr/>
    </dgm:pt>
    <dgm:pt modelId="{120DCED0-01FF-429D-8B4B-923E0875F75E}" type="pres">
      <dgm:prSet presAssocID="{928B5CB8-3545-4EE5-8BED-981D3C6157A5}" presName="linNode" presStyleCnt="0"/>
      <dgm:spPr/>
    </dgm:pt>
    <dgm:pt modelId="{B9324B26-5FF5-4FF7-9073-66103CBE8481}" type="pres">
      <dgm:prSet presAssocID="{928B5CB8-3545-4EE5-8BED-981D3C6157A5}" presName="parentText" presStyleLbl="node1" presStyleIdx="3" presStyleCnt="4">
        <dgm:presLayoutVars>
          <dgm:chMax val="1"/>
          <dgm:bulletEnabled val="1"/>
        </dgm:presLayoutVars>
      </dgm:prSet>
      <dgm:spPr>
        <a:xfrm>
          <a:off x="0" y="2742779"/>
          <a:ext cx="3072384" cy="870149"/>
        </a:xfrm>
        <a:prstGeom prst="roundRect">
          <a:avLst/>
        </a:prstGeom>
      </dgm:spPr>
    </dgm:pt>
    <dgm:pt modelId="{95E0557D-F0A1-4F38-8083-55DE7503164F}" type="pres">
      <dgm:prSet presAssocID="{928B5CB8-3545-4EE5-8BED-981D3C6157A5}" presName="descendantText" presStyleLbl="alignAccFollowNode1" presStyleIdx="3" presStyleCnt="4">
        <dgm:presLayoutVars>
          <dgm:bulletEnabled val="1"/>
        </dgm:presLayoutVars>
      </dgm:prSet>
      <dgm:spPr/>
    </dgm:pt>
  </dgm:ptLst>
  <dgm:cxnLst>
    <dgm:cxn modelId="{56052809-46E4-4445-B520-94004C28BB9D}" srcId="{A7F7584C-6CC5-40A2-9566-2842A5DEA97A}" destId="{9D8DAFB6-C744-4BD6-B757-393BF647EBB6}" srcOrd="0" destOrd="0" parTransId="{17C1C47E-8D1A-404A-B227-B017391CB5F6}" sibTransId="{C9B44773-68B1-427B-B9CA-0AEA186B621E}"/>
    <dgm:cxn modelId="{A38C1039-CB78-4EBF-844F-7A838983E228}" type="presOf" srcId="{A7F7584C-6CC5-40A2-9566-2842A5DEA97A}" destId="{8A3FE5E4-2689-4041-B2C5-C63BC276A3EF}" srcOrd="0" destOrd="0" presId="urn:microsoft.com/office/officeart/2005/8/layout/vList5"/>
    <dgm:cxn modelId="{764A7F40-FC93-4B5E-82E4-B29F920B2D30}" srcId="{928B5CB8-3545-4EE5-8BED-981D3C6157A5}" destId="{95A524E6-8A71-49A1-AF74-29696A02028A}" srcOrd="0" destOrd="0" parTransId="{52C86CAF-440B-4BB7-BD46-805908EC2D17}" sibTransId="{EE0C23C2-8A0C-497A-A914-ED60FDCA930F}"/>
    <dgm:cxn modelId="{1D59D94A-4BF7-417E-B49B-225C005839A9}" srcId="{51A6936C-668E-4912-B1B4-BA2D45D3F624}" destId="{2A9B6C90-9B70-4ED8-9084-8651413BB905}" srcOrd="0" destOrd="0" parTransId="{47C005B7-F5AA-4111-A87D-782B117A0259}" sibTransId="{54109FB3-0563-4B2C-BFF0-181E047427F8}"/>
    <dgm:cxn modelId="{6DF17F4D-4120-4DE8-8738-503F2519CD40}" type="presOf" srcId="{9D8DAFB6-C744-4BD6-B757-393BF647EBB6}" destId="{329ECF1A-78BE-41CB-B252-8011825B67CD}" srcOrd="0" destOrd="0" presId="urn:microsoft.com/office/officeart/2005/8/layout/vList5"/>
    <dgm:cxn modelId="{D51B6075-27E4-4292-9F89-0CC50DF21ED9}" type="presOf" srcId="{51A6936C-668E-4912-B1B4-BA2D45D3F624}" destId="{1C763A21-352A-41D1-A2E2-E305DABA275D}" srcOrd="0" destOrd="0" presId="urn:microsoft.com/office/officeart/2005/8/layout/vList5"/>
    <dgm:cxn modelId="{9E6BB655-7FE4-4F8D-B1D2-F885E60B8754}" srcId="{81269538-BFC5-48BB-BEA1-D7AF1F385FD5}" destId="{0D51337A-31FA-4717-B2BF-9243F96D2B9B}" srcOrd="0" destOrd="0" parTransId="{A9294D65-F371-46C8-A624-E557E9DF1A30}" sibTransId="{6799645E-F42F-43D8-B2EA-A1377D84D0B3}"/>
    <dgm:cxn modelId="{085D3777-7996-4375-B5FB-BFD96D1BF9E4}" srcId="{81269538-BFC5-48BB-BEA1-D7AF1F385FD5}" destId="{928B5CB8-3545-4EE5-8BED-981D3C6157A5}" srcOrd="3" destOrd="0" parTransId="{8452F8D0-82FD-4609-B6BD-446E31563D8A}" sibTransId="{8EF545BA-8D8A-4813-A428-2F18D76E61FA}"/>
    <dgm:cxn modelId="{C65EFE7A-5430-4917-89D2-D70BAF0289E3}" type="presOf" srcId="{2A9B6C90-9B70-4ED8-9084-8651413BB905}" destId="{A66EBD3D-E7C5-421C-B8B5-728648057DDC}" srcOrd="0" destOrd="0" presId="urn:microsoft.com/office/officeart/2005/8/layout/vList5"/>
    <dgm:cxn modelId="{A316347C-9D1A-43C6-BE2B-DC184440E1C9}" srcId="{0D51337A-31FA-4717-B2BF-9243F96D2B9B}" destId="{E40970FA-9468-4353-8343-FE5E2BEBB8B0}" srcOrd="0" destOrd="0" parTransId="{85FA6A33-9FA9-4134-A6A3-A5D4748A1779}" sibTransId="{04FF68DF-CF36-4D12-9ECE-A3519B0AC88A}"/>
    <dgm:cxn modelId="{DFE18E82-71A0-4119-9408-4FAC08019866}" type="presOf" srcId="{1361FDD3-905E-45D0-B127-D983AB5B07BC}" destId="{95E0557D-F0A1-4F38-8083-55DE7503164F}" srcOrd="0" destOrd="1" presId="urn:microsoft.com/office/officeart/2005/8/layout/vList5"/>
    <dgm:cxn modelId="{53988784-A0E1-4D82-B36B-740DE83EB0C9}" type="presOf" srcId="{81269538-BFC5-48BB-BEA1-D7AF1F385FD5}" destId="{99FD7F24-5BB9-46E8-BB7C-4B477B73B815}" srcOrd="0" destOrd="0" presId="urn:microsoft.com/office/officeart/2005/8/layout/vList5"/>
    <dgm:cxn modelId="{993E0796-DCBD-4EB2-9BAB-4437E125DA45}" type="presOf" srcId="{E40970FA-9468-4353-8343-FE5E2BEBB8B0}" destId="{6FB9694A-6C63-4B23-90F6-4F208C00D399}" srcOrd="0" destOrd="0" presId="urn:microsoft.com/office/officeart/2005/8/layout/vList5"/>
    <dgm:cxn modelId="{DFE9C398-E4F8-4962-B816-12D7F06F158B}" srcId="{928B5CB8-3545-4EE5-8BED-981D3C6157A5}" destId="{1361FDD3-905E-45D0-B127-D983AB5B07BC}" srcOrd="1" destOrd="0" parTransId="{2F3EF62B-AF5F-44F1-AC02-E6350F544F42}" sibTransId="{11AE005E-422C-4200-8116-A876F0F51752}"/>
    <dgm:cxn modelId="{000FE2BB-9FE6-4965-ADF5-E3E85B644286}" srcId="{81269538-BFC5-48BB-BEA1-D7AF1F385FD5}" destId="{51A6936C-668E-4912-B1B4-BA2D45D3F624}" srcOrd="2" destOrd="0" parTransId="{8F7D40F1-9723-47F5-BFD2-340696378D49}" sibTransId="{E68031D9-E3F9-439E-86FC-2A0A3A3988D0}"/>
    <dgm:cxn modelId="{F68422C1-CD34-4DED-AA4B-85EFFF4FE933}" srcId="{81269538-BFC5-48BB-BEA1-D7AF1F385FD5}" destId="{A7F7584C-6CC5-40A2-9566-2842A5DEA97A}" srcOrd="1" destOrd="0" parTransId="{581272CD-5908-4C17-8E9B-8BF6DCE43C3E}" sibTransId="{C41ED6A4-512C-48AB-901D-671B73446005}"/>
    <dgm:cxn modelId="{02B1C3C3-F2D2-4C80-8962-E0C9B39A6EF4}" type="presOf" srcId="{0D51337A-31FA-4717-B2BF-9243F96D2B9B}" destId="{3230722F-B757-4673-BD2F-9D4BAB5CEE8D}" srcOrd="0" destOrd="0" presId="urn:microsoft.com/office/officeart/2005/8/layout/vList5"/>
    <dgm:cxn modelId="{A44DF6E5-2150-478D-AAB9-24BC6742BCEE}" type="presOf" srcId="{928B5CB8-3545-4EE5-8BED-981D3C6157A5}" destId="{B9324B26-5FF5-4FF7-9073-66103CBE8481}" srcOrd="0" destOrd="0" presId="urn:microsoft.com/office/officeart/2005/8/layout/vList5"/>
    <dgm:cxn modelId="{66EBA0EC-F77C-4ABE-8815-8C8F4F6ACAB5}" type="presOf" srcId="{95A524E6-8A71-49A1-AF74-29696A02028A}" destId="{95E0557D-F0A1-4F38-8083-55DE7503164F}" srcOrd="0" destOrd="0" presId="urn:microsoft.com/office/officeart/2005/8/layout/vList5"/>
    <dgm:cxn modelId="{45435F90-22A5-4C03-B101-FD4577E8A794}" type="presParOf" srcId="{99FD7F24-5BB9-46E8-BB7C-4B477B73B815}" destId="{BBAB8945-0B00-4547-92CF-AE59FDD0EF39}" srcOrd="0" destOrd="0" presId="urn:microsoft.com/office/officeart/2005/8/layout/vList5"/>
    <dgm:cxn modelId="{B399DCC2-FF40-4D75-A2A7-A495D4AF2387}" type="presParOf" srcId="{BBAB8945-0B00-4547-92CF-AE59FDD0EF39}" destId="{3230722F-B757-4673-BD2F-9D4BAB5CEE8D}" srcOrd="0" destOrd="0" presId="urn:microsoft.com/office/officeart/2005/8/layout/vList5"/>
    <dgm:cxn modelId="{4A0749A4-83B7-4DF9-BA0E-5506B76F10A1}" type="presParOf" srcId="{BBAB8945-0B00-4547-92CF-AE59FDD0EF39}" destId="{6FB9694A-6C63-4B23-90F6-4F208C00D399}" srcOrd="1" destOrd="0" presId="urn:microsoft.com/office/officeart/2005/8/layout/vList5"/>
    <dgm:cxn modelId="{26C2F444-58E5-4B3C-A169-EBC64ABE0EE9}" type="presParOf" srcId="{99FD7F24-5BB9-46E8-BB7C-4B477B73B815}" destId="{3E4AEBB9-D07D-412D-A9F3-5F50CE85FF20}" srcOrd="1" destOrd="0" presId="urn:microsoft.com/office/officeart/2005/8/layout/vList5"/>
    <dgm:cxn modelId="{FB2D3183-70C6-44DD-875A-CC09A2C89FEB}" type="presParOf" srcId="{99FD7F24-5BB9-46E8-BB7C-4B477B73B815}" destId="{C60E4332-AB2E-4201-AF29-E3D9D2CE99DD}" srcOrd="2" destOrd="0" presId="urn:microsoft.com/office/officeart/2005/8/layout/vList5"/>
    <dgm:cxn modelId="{B9D84324-BE5B-4514-8201-6B25BE814C19}" type="presParOf" srcId="{C60E4332-AB2E-4201-AF29-E3D9D2CE99DD}" destId="{8A3FE5E4-2689-4041-B2C5-C63BC276A3EF}" srcOrd="0" destOrd="0" presId="urn:microsoft.com/office/officeart/2005/8/layout/vList5"/>
    <dgm:cxn modelId="{62F196CC-DD4E-41F1-95F6-0E80E18CA40A}" type="presParOf" srcId="{C60E4332-AB2E-4201-AF29-E3D9D2CE99DD}" destId="{329ECF1A-78BE-41CB-B252-8011825B67CD}" srcOrd="1" destOrd="0" presId="urn:microsoft.com/office/officeart/2005/8/layout/vList5"/>
    <dgm:cxn modelId="{902C8576-A8E1-4C1E-B647-4F0EFC878EDE}" type="presParOf" srcId="{99FD7F24-5BB9-46E8-BB7C-4B477B73B815}" destId="{CF97419B-1653-4404-8A25-A4EB2811914A}" srcOrd="3" destOrd="0" presId="urn:microsoft.com/office/officeart/2005/8/layout/vList5"/>
    <dgm:cxn modelId="{C0AE58B2-3BCF-4A17-9962-82AF5DB00A66}" type="presParOf" srcId="{99FD7F24-5BB9-46E8-BB7C-4B477B73B815}" destId="{74B4E996-D144-43FA-9C7B-5183D295C315}" srcOrd="4" destOrd="0" presId="urn:microsoft.com/office/officeart/2005/8/layout/vList5"/>
    <dgm:cxn modelId="{CC23B1CA-2592-479D-988C-BB870D7E9EC9}" type="presParOf" srcId="{74B4E996-D144-43FA-9C7B-5183D295C315}" destId="{1C763A21-352A-41D1-A2E2-E305DABA275D}" srcOrd="0" destOrd="0" presId="urn:microsoft.com/office/officeart/2005/8/layout/vList5"/>
    <dgm:cxn modelId="{477107E6-023C-4B3F-96EF-D2D5DA516C5C}" type="presParOf" srcId="{74B4E996-D144-43FA-9C7B-5183D295C315}" destId="{A66EBD3D-E7C5-421C-B8B5-728648057DDC}" srcOrd="1" destOrd="0" presId="urn:microsoft.com/office/officeart/2005/8/layout/vList5"/>
    <dgm:cxn modelId="{933347A6-BCAF-495A-96A7-208A97A1751A}" type="presParOf" srcId="{99FD7F24-5BB9-46E8-BB7C-4B477B73B815}" destId="{4D3735EA-64D5-44A4-9D60-787BDDA83D1A}" srcOrd="5" destOrd="0" presId="urn:microsoft.com/office/officeart/2005/8/layout/vList5"/>
    <dgm:cxn modelId="{677D4939-AE22-4645-A75D-BD07DA38E78F}" type="presParOf" srcId="{99FD7F24-5BB9-46E8-BB7C-4B477B73B815}" destId="{120DCED0-01FF-429D-8B4B-923E0875F75E}" srcOrd="6" destOrd="0" presId="urn:microsoft.com/office/officeart/2005/8/layout/vList5"/>
    <dgm:cxn modelId="{AF6385C2-1319-4602-9D19-9A89E6EBF57F}" type="presParOf" srcId="{120DCED0-01FF-429D-8B4B-923E0875F75E}" destId="{B9324B26-5FF5-4FF7-9073-66103CBE8481}" srcOrd="0" destOrd="0" presId="urn:microsoft.com/office/officeart/2005/8/layout/vList5"/>
    <dgm:cxn modelId="{16466152-551A-417E-9EB3-4C0FC3867902}" type="presParOf" srcId="{120DCED0-01FF-429D-8B4B-923E0875F75E}" destId="{95E0557D-F0A1-4F38-8083-55DE7503164F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6141E94-EEA7-49DE-ABDB-703A235AD804}" type="doc">
      <dgm:prSet loTypeId="urn:microsoft.com/office/officeart/2005/8/layout/process4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it-IT"/>
        </a:p>
      </dgm:t>
    </dgm:pt>
    <dgm:pt modelId="{15F2B3C7-8536-4D85-B346-C7FF05E8C4BB}">
      <dgm:prSet phldrT="[Testo]" phldr="0"/>
      <dgm:spPr/>
      <dgm:t>
        <a:bodyPr/>
        <a:lstStyle/>
        <a:p>
          <a:r>
            <a:rPr lang="it-IT" dirty="0">
              <a:latin typeface="Times New Roman" panose="02020603050405020304" pitchFamily="18" charset="0"/>
              <a:cs typeface="Times New Roman" panose="02020603050405020304" pitchFamily="18" charset="0"/>
            </a:rPr>
            <a:t>Label Encoding</a:t>
          </a:r>
        </a:p>
      </dgm:t>
    </dgm:pt>
    <dgm:pt modelId="{4C2FE986-8C72-4D28-8024-34A40958284B}" type="parTrans" cxnId="{A3A637E7-1D8C-40F0-BA74-F759B08B079D}">
      <dgm:prSet/>
      <dgm:spPr/>
      <dgm:t>
        <a:bodyPr/>
        <a:lstStyle/>
        <a:p>
          <a:endParaRPr lang="it-IT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00CE181-842E-4C6B-86D7-79BA567BEF31}" type="sibTrans" cxnId="{A3A637E7-1D8C-40F0-BA74-F759B08B079D}">
      <dgm:prSet/>
      <dgm:spPr/>
      <dgm:t>
        <a:bodyPr/>
        <a:lstStyle/>
        <a:p>
          <a:endParaRPr lang="it-IT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872A49F-4754-4F10-AD58-FE684A3EC3E0}">
      <dgm:prSet phldrT="[Testo]"/>
      <dgm:spPr/>
      <dgm:t>
        <a:bodyPr/>
        <a:lstStyle/>
        <a:p>
          <a:pPr>
            <a:buNone/>
          </a:pPr>
          <a:r>
            <a:rPr lang="it-IT" dirty="0">
              <a:latin typeface="Times New Roman" panose="02020603050405020304" pitchFamily="18" charset="0"/>
              <a:cs typeface="Times New Roman" panose="02020603050405020304" pitchFamily="18" charset="0"/>
            </a:rPr>
            <a:t>Trasformare le classi testuali in numeri </a:t>
          </a:r>
        </a:p>
        <a:p>
          <a:pPr>
            <a:buNone/>
          </a:pPr>
          <a:r>
            <a:rPr lang="it-IT" dirty="0">
              <a:latin typeface="Times New Roman" panose="02020603050405020304" pitchFamily="18" charset="0"/>
              <a:cs typeface="Times New Roman" panose="02020603050405020304" pitchFamily="18" charset="0"/>
            </a:rPr>
            <a:t>Dropout, Enroll, Graduate =&gt; (0, 1, 2)</a:t>
          </a:r>
        </a:p>
      </dgm:t>
    </dgm:pt>
    <dgm:pt modelId="{EFFCE15C-EC12-4743-AB56-9A980FC86963}" type="parTrans" cxnId="{EE89D9D5-00F0-4052-93D9-D14B39084504}">
      <dgm:prSet/>
      <dgm:spPr/>
      <dgm:t>
        <a:bodyPr/>
        <a:lstStyle/>
        <a:p>
          <a:endParaRPr lang="it-IT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669BF88-C48B-4F51-892B-D7A9074E23DF}" type="sibTrans" cxnId="{EE89D9D5-00F0-4052-93D9-D14B39084504}">
      <dgm:prSet/>
      <dgm:spPr/>
      <dgm:t>
        <a:bodyPr/>
        <a:lstStyle/>
        <a:p>
          <a:endParaRPr lang="it-IT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6D110D6-B35F-49ED-AAD9-47D7D02FDEF6}">
      <dgm:prSet phldrT="[Testo]" phldr="0"/>
      <dgm:spPr/>
      <dgm:t>
        <a:bodyPr/>
        <a:lstStyle/>
        <a:p>
          <a:r>
            <a:rPr lang="it-IT" dirty="0">
              <a:latin typeface="Times New Roman" panose="02020603050405020304" pitchFamily="18" charset="0"/>
              <a:cs typeface="Times New Roman" panose="02020603050405020304" pitchFamily="18" charset="0"/>
            </a:rPr>
            <a:t>Data Splitting</a:t>
          </a:r>
        </a:p>
      </dgm:t>
    </dgm:pt>
    <dgm:pt modelId="{1873D0C6-579A-4841-BA84-34520A6B3F38}" type="parTrans" cxnId="{1A820EC0-72A0-4786-AD0A-A49B76AF4570}">
      <dgm:prSet/>
      <dgm:spPr/>
      <dgm:t>
        <a:bodyPr/>
        <a:lstStyle/>
        <a:p>
          <a:endParaRPr lang="it-IT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D188602-6FDD-422D-AB8D-02A690AFD93D}" type="sibTrans" cxnId="{1A820EC0-72A0-4786-AD0A-A49B76AF4570}">
      <dgm:prSet/>
      <dgm:spPr/>
      <dgm:t>
        <a:bodyPr/>
        <a:lstStyle/>
        <a:p>
          <a:endParaRPr lang="it-IT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53495DB-6534-4945-B8F5-B478BF1862A5}">
      <dgm:prSet phldrT="[Testo]"/>
      <dgm:spPr/>
      <dgm:t>
        <a:bodyPr/>
        <a:lstStyle/>
        <a:p>
          <a:pPr>
            <a:buNone/>
          </a:pPr>
          <a:r>
            <a:rPr lang="it-IT" dirty="0">
              <a:latin typeface="Times New Roman" panose="02020603050405020304" pitchFamily="18" charset="0"/>
              <a:cs typeface="Times New Roman" panose="02020603050405020304" pitchFamily="18" charset="0"/>
            </a:rPr>
            <a:t>Utilizzo della tecnica di </a:t>
          </a:r>
          <a:r>
            <a:rPr lang="it-IT" dirty="0" err="1">
              <a:latin typeface="Times New Roman" panose="02020603050405020304" pitchFamily="18" charset="0"/>
              <a:cs typeface="Times New Roman" panose="02020603050405020304" pitchFamily="18" charset="0"/>
            </a:rPr>
            <a:t>Hold</a:t>
          </a:r>
          <a:r>
            <a:rPr lang="it-IT" dirty="0">
              <a:latin typeface="Times New Roman" panose="02020603050405020304" pitchFamily="18" charset="0"/>
              <a:cs typeface="Times New Roman" panose="02020603050405020304" pitchFamily="18" charset="0"/>
            </a:rPr>
            <a:t>-out per garantire una valutazione imparziale e misurare la capacità di generalizzazione del modello su dati mai visti</a:t>
          </a:r>
        </a:p>
      </dgm:t>
    </dgm:pt>
    <dgm:pt modelId="{F32658FF-E605-49F6-94BE-C03CCC2F6369}" type="parTrans" cxnId="{C75170E1-8073-4BF8-BA7D-1B0BC2689404}">
      <dgm:prSet/>
      <dgm:spPr/>
      <dgm:t>
        <a:bodyPr/>
        <a:lstStyle/>
        <a:p>
          <a:endParaRPr lang="it-IT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8E303B5-FA23-46FA-99E4-C3DB2D343A85}" type="sibTrans" cxnId="{C75170E1-8073-4BF8-BA7D-1B0BC2689404}">
      <dgm:prSet/>
      <dgm:spPr/>
      <dgm:t>
        <a:bodyPr/>
        <a:lstStyle/>
        <a:p>
          <a:endParaRPr lang="it-IT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BFEE0F4-D0AB-4A16-AB06-3407A5DC8955}">
      <dgm:prSet phldrT="[Testo]"/>
      <dgm:spPr/>
      <dgm:t>
        <a:bodyPr/>
        <a:lstStyle/>
        <a:p>
          <a:pPr>
            <a:buFont typeface="Arial" panose="020B0604020202020204" pitchFamily="34" charset="0"/>
            <a:buNone/>
          </a:pPr>
          <a:r>
            <a:rPr lang="it-IT" b="1" dirty="0">
              <a:latin typeface="Times New Roman" panose="02020603050405020304" pitchFamily="18" charset="0"/>
              <a:cs typeface="Times New Roman" panose="02020603050405020304" pitchFamily="18" charset="0"/>
            </a:rPr>
            <a:t>Training Set</a:t>
          </a:r>
          <a:r>
            <a:rPr lang="it-IT" dirty="0">
              <a:latin typeface="Times New Roman" panose="02020603050405020304" pitchFamily="18" charset="0"/>
              <a:cs typeface="Times New Roman" panose="02020603050405020304" pitchFamily="18" charset="0"/>
            </a:rPr>
            <a:t> (per istruire il modello) 80%</a:t>
          </a:r>
        </a:p>
        <a:p>
          <a:pPr>
            <a:buFont typeface="Arial" panose="020B0604020202020204" pitchFamily="34" charset="0"/>
            <a:buNone/>
          </a:pPr>
          <a:r>
            <a:rPr lang="it-IT" b="1" dirty="0">
              <a:latin typeface="Times New Roman" panose="02020603050405020304" pitchFamily="18" charset="0"/>
              <a:cs typeface="Times New Roman" panose="02020603050405020304" pitchFamily="18" charset="0"/>
            </a:rPr>
            <a:t>Test Set</a:t>
          </a:r>
          <a:r>
            <a:rPr lang="it-IT" dirty="0">
              <a:latin typeface="Times New Roman" panose="02020603050405020304" pitchFamily="18" charset="0"/>
              <a:cs typeface="Times New Roman" panose="02020603050405020304" pitchFamily="18" charset="0"/>
            </a:rPr>
            <a:t> (verifica se ha imparato bene) 20%</a:t>
          </a:r>
        </a:p>
      </dgm:t>
    </dgm:pt>
    <dgm:pt modelId="{BC546631-C0C9-4D7C-B95A-9272B35ABB62}" type="parTrans" cxnId="{F6A32691-30E4-4A1B-921B-B4F91F0D7695}">
      <dgm:prSet/>
      <dgm:spPr/>
      <dgm:t>
        <a:bodyPr/>
        <a:lstStyle/>
        <a:p>
          <a:endParaRPr lang="it-IT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B06A287-176B-464D-80A8-4CC37478DD3F}" type="sibTrans" cxnId="{F6A32691-30E4-4A1B-921B-B4F91F0D7695}">
      <dgm:prSet/>
      <dgm:spPr/>
      <dgm:t>
        <a:bodyPr/>
        <a:lstStyle/>
        <a:p>
          <a:endParaRPr lang="it-IT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242B895-9062-4D3E-8450-1F6F538B5785}">
      <dgm:prSet phldrT="[Testo]" phldr="0"/>
      <dgm:spPr/>
      <dgm:t>
        <a:bodyPr/>
        <a:lstStyle/>
        <a:p>
          <a:r>
            <a:rPr lang="it-IT" dirty="0">
              <a:latin typeface="Times New Roman" panose="02020603050405020304" pitchFamily="18" charset="0"/>
              <a:cs typeface="Times New Roman" panose="02020603050405020304" pitchFamily="18" charset="0"/>
            </a:rPr>
            <a:t>Feature Scaling</a:t>
          </a:r>
        </a:p>
      </dgm:t>
    </dgm:pt>
    <dgm:pt modelId="{B80D95C5-BC96-4D08-BFA3-F57CF6460D5B}" type="parTrans" cxnId="{CC1583B8-43B9-4365-9A1D-4FCC8B75015A}">
      <dgm:prSet/>
      <dgm:spPr/>
      <dgm:t>
        <a:bodyPr/>
        <a:lstStyle/>
        <a:p>
          <a:endParaRPr lang="it-IT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F45A53A-3139-4054-9423-7CF435B3B75B}" type="sibTrans" cxnId="{CC1583B8-43B9-4365-9A1D-4FCC8B75015A}">
      <dgm:prSet/>
      <dgm:spPr/>
      <dgm:t>
        <a:bodyPr/>
        <a:lstStyle/>
        <a:p>
          <a:endParaRPr lang="it-IT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67B5E2C-F411-48EE-8280-516E7C7D6F63}">
      <dgm:prSet phldrT="[Testo]"/>
      <dgm:spPr/>
      <dgm:t>
        <a:bodyPr/>
        <a:lstStyle/>
        <a:p>
          <a:pPr>
            <a:buNone/>
          </a:pPr>
          <a:r>
            <a:rPr lang="it-IT" dirty="0">
              <a:latin typeface="Times New Roman" panose="02020603050405020304" pitchFamily="18" charset="0"/>
              <a:cs typeface="Times New Roman" panose="02020603050405020304" pitchFamily="18" charset="0"/>
            </a:rPr>
            <a:t>Portare tutte le variabili numeriche sulla stessa scala, per evitare che variabili con range grandi dominino il modello</a:t>
          </a:r>
        </a:p>
      </dgm:t>
    </dgm:pt>
    <dgm:pt modelId="{A5CBFC6E-1C3B-4889-BBFB-6C6070C1536B}" type="parTrans" cxnId="{BB6070D1-A4C9-4616-9471-C6A2649D6D1B}">
      <dgm:prSet/>
      <dgm:spPr/>
      <dgm:t>
        <a:bodyPr/>
        <a:lstStyle/>
        <a:p>
          <a:endParaRPr lang="it-IT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6245EB7-4C88-45CD-BB64-09A041E2578F}" type="sibTrans" cxnId="{BB6070D1-A4C9-4616-9471-C6A2649D6D1B}">
      <dgm:prSet/>
      <dgm:spPr/>
      <dgm:t>
        <a:bodyPr/>
        <a:lstStyle/>
        <a:p>
          <a:endParaRPr lang="it-IT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6CC31A1-6019-431C-873F-5D8C51F33F54}" type="pres">
      <dgm:prSet presAssocID="{C6141E94-EEA7-49DE-ABDB-703A235AD804}" presName="Name0" presStyleCnt="0">
        <dgm:presLayoutVars>
          <dgm:dir/>
          <dgm:animLvl val="lvl"/>
          <dgm:resizeHandles val="exact"/>
        </dgm:presLayoutVars>
      </dgm:prSet>
      <dgm:spPr/>
    </dgm:pt>
    <dgm:pt modelId="{17784ED8-78F4-4D70-8E60-D958324B9E64}" type="pres">
      <dgm:prSet presAssocID="{9242B895-9062-4D3E-8450-1F6F538B5785}" presName="boxAndChildren" presStyleCnt="0"/>
      <dgm:spPr/>
    </dgm:pt>
    <dgm:pt modelId="{8AEF51C6-0ADC-43B8-9DD2-A69A3B0BA0EE}" type="pres">
      <dgm:prSet presAssocID="{9242B895-9062-4D3E-8450-1F6F538B5785}" presName="parentTextBox" presStyleLbl="node1" presStyleIdx="0" presStyleCnt="3"/>
      <dgm:spPr/>
    </dgm:pt>
    <dgm:pt modelId="{F44849D4-7B63-4DB3-B7EB-C67FD70171A4}" type="pres">
      <dgm:prSet presAssocID="{9242B895-9062-4D3E-8450-1F6F538B5785}" presName="entireBox" presStyleLbl="node1" presStyleIdx="0" presStyleCnt="3"/>
      <dgm:spPr/>
    </dgm:pt>
    <dgm:pt modelId="{EC89C28D-2FB8-4CB3-A38B-A75389FE05C0}" type="pres">
      <dgm:prSet presAssocID="{9242B895-9062-4D3E-8450-1F6F538B5785}" presName="descendantBox" presStyleCnt="0"/>
      <dgm:spPr/>
    </dgm:pt>
    <dgm:pt modelId="{B4C58E45-0747-433E-A5B3-966C11A023A9}" type="pres">
      <dgm:prSet presAssocID="{F67B5E2C-F411-48EE-8280-516E7C7D6F63}" presName="childTextBox" presStyleLbl="fgAccFollowNode1" presStyleIdx="0" presStyleCnt="4">
        <dgm:presLayoutVars>
          <dgm:bulletEnabled val="1"/>
        </dgm:presLayoutVars>
      </dgm:prSet>
      <dgm:spPr/>
    </dgm:pt>
    <dgm:pt modelId="{D05BF72D-E62B-4519-B49B-CD2BFF95172E}" type="pres">
      <dgm:prSet presAssocID="{6D188602-6FDD-422D-AB8D-02A690AFD93D}" presName="sp" presStyleCnt="0"/>
      <dgm:spPr/>
    </dgm:pt>
    <dgm:pt modelId="{77A35E6F-8A33-407C-994F-49ED9F3F9063}" type="pres">
      <dgm:prSet presAssocID="{E6D110D6-B35F-49ED-AAD9-47D7D02FDEF6}" presName="arrowAndChildren" presStyleCnt="0"/>
      <dgm:spPr/>
    </dgm:pt>
    <dgm:pt modelId="{D13D01F1-31D4-4686-A663-4E346FF1EF21}" type="pres">
      <dgm:prSet presAssocID="{E6D110D6-B35F-49ED-AAD9-47D7D02FDEF6}" presName="parentTextArrow" presStyleLbl="node1" presStyleIdx="0" presStyleCnt="3"/>
      <dgm:spPr/>
    </dgm:pt>
    <dgm:pt modelId="{7AB33810-6CF4-46E2-B50A-7107A466F291}" type="pres">
      <dgm:prSet presAssocID="{E6D110D6-B35F-49ED-AAD9-47D7D02FDEF6}" presName="arrow" presStyleLbl="node1" presStyleIdx="1" presStyleCnt="3"/>
      <dgm:spPr/>
    </dgm:pt>
    <dgm:pt modelId="{26BA03D9-F130-41A5-A12E-D40D263AFA6C}" type="pres">
      <dgm:prSet presAssocID="{E6D110D6-B35F-49ED-AAD9-47D7D02FDEF6}" presName="descendantArrow" presStyleCnt="0"/>
      <dgm:spPr/>
    </dgm:pt>
    <dgm:pt modelId="{90A3D399-3754-4119-BB10-E52965793858}" type="pres">
      <dgm:prSet presAssocID="{553495DB-6534-4945-B8F5-B478BF1862A5}" presName="childTextArrow" presStyleLbl="fgAccFollowNode1" presStyleIdx="1" presStyleCnt="4">
        <dgm:presLayoutVars>
          <dgm:bulletEnabled val="1"/>
        </dgm:presLayoutVars>
      </dgm:prSet>
      <dgm:spPr/>
    </dgm:pt>
    <dgm:pt modelId="{1329125F-D567-438D-B133-625009BB26F3}" type="pres">
      <dgm:prSet presAssocID="{6BFEE0F4-D0AB-4A16-AB06-3407A5DC8955}" presName="childTextArrow" presStyleLbl="fgAccFollowNode1" presStyleIdx="2" presStyleCnt="4">
        <dgm:presLayoutVars>
          <dgm:bulletEnabled val="1"/>
        </dgm:presLayoutVars>
      </dgm:prSet>
      <dgm:spPr/>
    </dgm:pt>
    <dgm:pt modelId="{9DE3D630-BB57-4FA0-8C96-1C34305AE2C2}" type="pres">
      <dgm:prSet presAssocID="{500CE181-842E-4C6B-86D7-79BA567BEF31}" presName="sp" presStyleCnt="0"/>
      <dgm:spPr/>
    </dgm:pt>
    <dgm:pt modelId="{0D21DBBA-9CC8-4173-8DFA-A4383C7C8F31}" type="pres">
      <dgm:prSet presAssocID="{15F2B3C7-8536-4D85-B346-C7FF05E8C4BB}" presName="arrowAndChildren" presStyleCnt="0"/>
      <dgm:spPr/>
    </dgm:pt>
    <dgm:pt modelId="{0A2F483C-E9A4-4250-BD68-B80094529DFC}" type="pres">
      <dgm:prSet presAssocID="{15F2B3C7-8536-4D85-B346-C7FF05E8C4BB}" presName="parentTextArrow" presStyleLbl="node1" presStyleIdx="1" presStyleCnt="3"/>
      <dgm:spPr/>
    </dgm:pt>
    <dgm:pt modelId="{4F6155EE-289F-4038-8B02-98F2ADFCA1CF}" type="pres">
      <dgm:prSet presAssocID="{15F2B3C7-8536-4D85-B346-C7FF05E8C4BB}" presName="arrow" presStyleLbl="node1" presStyleIdx="2" presStyleCnt="3" custLinFactNeighborX="-2508"/>
      <dgm:spPr/>
    </dgm:pt>
    <dgm:pt modelId="{90946305-2881-4D46-9899-257B730A05CD}" type="pres">
      <dgm:prSet presAssocID="{15F2B3C7-8536-4D85-B346-C7FF05E8C4BB}" presName="descendantArrow" presStyleCnt="0"/>
      <dgm:spPr/>
    </dgm:pt>
    <dgm:pt modelId="{B0312C8A-4968-48F4-BEF6-0FD336DE5125}" type="pres">
      <dgm:prSet presAssocID="{6872A49F-4754-4F10-AD58-FE684A3EC3E0}" presName="childTextArrow" presStyleLbl="fgAccFollowNode1" presStyleIdx="3" presStyleCnt="4">
        <dgm:presLayoutVars>
          <dgm:bulletEnabled val="1"/>
        </dgm:presLayoutVars>
      </dgm:prSet>
      <dgm:spPr/>
    </dgm:pt>
  </dgm:ptLst>
  <dgm:cxnLst>
    <dgm:cxn modelId="{A0F6060E-814A-40AD-820B-21F1FC7F4721}" type="presOf" srcId="{6872A49F-4754-4F10-AD58-FE684A3EC3E0}" destId="{B0312C8A-4968-48F4-BEF6-0FD336DE5125}" srcOrd="0" destOrd="0" presId="urn:microsoft.com/office/officeart/2005/8/layout/process4"/>
    <dgm:cxn modelId="{D72CCD29-8973-4EA0-BC16-8E280F6B862C}" type="presOf" srcId="{6BFEE0F4-D0AB-4A16-AB06-3407A5DC8955}" destId="{1329125F-D567-438D-B133-625009BB26F3}" srcOrd="0" destOrd="0" presId="urn:microsoft.com/office/officeart/2005/8/layout/process4"/>
    <dgm:cxn modelId="{AB4E032C-16BD-4E74-B275-0185674F2DC4}" type="presOf" srcId="{9242B895-9062-4D3E-8450-1F6F538B5785}" destId="{F44849D4-7B63-4DB3-B7EB-C67FD70171A4}" srcOrd="1" destOrd="0" presId="urn:microsoft.com/office/officeart/2005/8/layout/process4"/>
    <dgm:cxn modelId="{52E23538-20DF-4F50-9803-803DA7F299AC}" type="presOf" srcId="{15F2B3C7-8536-4D85-B346-C7FF05E8C4BB}" destId="{4F6155EE-289F-4038-8B02-98F2ADFCA1CF}" srcOrd="1" destOrd="0" presId="urn:microsoft.com/office/officeart/2005/8/layout/process4"/>
    <dgm:cxn modelId="{595C856D-9B1F-4122-90C7-101F34F8077E}" type="presOf" srcId="{F67B5E2C-F411-48EE-8280-516E7C7D6F63}" destId="{B4C58E45-0747-433E-A5B3-966C11A023A9}" srcOrd="0" destOrd="0" presId="urn:microsoft.com/office/officeart/2005/8/layout/process4"/>
    <dgm:cxn modelId="{E647657A-2C81-43B7-8B97-A119BDA594A3}" type="presOf" srcId="{E6D110D6-B35F-49ED-AAD9-47D7D02FDEF6}" destId="{D13D01F1-31D4-4686-A663-4E346FF1EF21}" srcOrd="0" destOrd="0" presId="urn:microsoft.com/office/officeart/2005/8/layout/process4"/>
    <dgm:cxn modelId="{F6A32691-30E4-4A1B-921B-B4F91F0D7695}" srcId="{E6D110D6-B35F-49ED-AAD9-47D7D02FDEF6}" destId="{6BFEE0F4-D0AB-4A16-AB06-3407A5DC8955}" srcOrd="1" destOrd="0" parTransId="{BC546631-C0C9-4D7C-B95A-9272B35ABB62}" sibTransId="{BB06A287-176B-464D-80A8-4CC37478DD3F}"/>
    <dgm:cxn modelId="{66722297-BB0B-45B3-ADDA-42CBA57EA379}" type="presOf" srcId="{15F2B3C7-8536-4D85-B346-C7FF05E8C4BB}" destId="{0A2F483C-E9A4-4250-BD68-B80094529DFC}" srcOrd="0" destOrd="0" presId="urn:microsoft.com/office/officeart/2005/8/layout/process4"/>
    <dgm:cxn modelId="{E5A946A3-951B-44A3-99EB-3DD83450139B}" type="presOf" srcId="{9242B895-9062-4D3E-8450-1F6F538B5785}" destId="{8AEF51C6-0ADC-43B8-9DD2-A69A3B0BA0EE}" srcOrd="0" destOrd="0" presId="urn:microsoft.com/office/officeart/2005/8/layout/process4"/>
    <dgm:cxn modelId="{A9D436B5-3D93-4D64-A382-DE0E75F1FAFD}" type="presOf" srcId="{C6141E94-EEA7-49DE-ABDB-703A235AD804}" destId="{06CC31A1-6019-431C-873F-5D8C51F33F54}" srcOrd="0" destOrd="0" presId="urn:microsoft.com/office/officeart/2005/8/layout/process4"/>
    <dgm:cxn modelId="{CC1583B8-43B9-4365-9A1D-4FCC8B75015A}" srcId="{C6141E94-EEA7-49DE-ABDB-703A235AD804}" destId="{9242B895-9062-4D3E-8450-1F6F538B5785}" srcOrd="2" destOrd="0" parTransId="{B80D95C5-BC96-4D08-BFA3-F57CF6460D5B}" sibTransId="{2F45A53A-3139-4054-9423-7CF435B3B75B}"/>
    <dgm:cxn modelId="{1A820EC0-72A0-4786-AD0A-A49B76AF4570}" srcId="{C6141E94-EEA7-49DE-ABDB-703A235AD804}" destId="{E6D110D6-B35F-49ED-AAD9-47D7D02FDEF6}" srcOrd="1" destOrd="0" parTransId="{1873D0C6-579A-4841-BA84-34520A6B3F38}" sibTransId="{6D188602-6FDD-422D-AB8D-02A690AFD93D}"/>
    <dgm:cxn modelId="{3B0DD3C2-B871-46C1-9FC6-B43BFB2F1A9D}" type="presOf" srcId="{553495DB-6534-4945-B8F5-B478BF1862A5}" destId="{90A3D399-3754-4119-BB10-E52965793858}" srcOrd="0" destOrd="0" presId="urn:microsoft.com/office/officeart/2005/8/layout/process4"/>
    <dgm:cxn modelId="{BB6070D1-A4C9-4616-9471-C6A2649D6D1B}" srcId="{9242B895-9062-4D3E-8450-1F6F538B5785}" destId="{F67B5E2C-F411-48EE-8280-516E7C7D6F63}" srcOrd="0" destOrd="0" parTransId="{A5CBFC6E-1C3B-4889-BBFB-6C6070C1536B}" sibTransId="{B6245EB7-4C88-45CD-BB64-09A041E2578F}"/>
    <dgm:cxn modelId="{EE89D9D5-00F0-4052-93D9-D14B39084504}" srcId="{15F2B3C7-8536-4D85-B346-C7FF05E8C4BB}" destId="{6872A49F-4754-4F10-AD58-FE684A3EC3E0}" srcOrd="0" destOrd="0" parTransId="{EFFCE15C-EC12-4743-AB56-9A980FC86963}" sibTransId="{3669BF88-C48B-4F51-892B-D7A9074E23DF}"/>
    <dgm:cxn modelId="{88A9A7DF-E7A5-4E38-B976-80CC8419C597}" type="presOf" srcId="{E6D110D6-B35F-49ED-AAD9-47D7D02FDEF6}" destId="{7AB33810-6CF4-46E2-B50A-7107A466F291}" srcOrd="1" destOrd="0" presId="urn:microsoft.com/office/officeart/2005/8/layout/process4"/>
    <dgm:cxn modelId="{C75170E1-8073-4BF8-BA7D-1B0BC2689404}" srcId="{E6D110D6-B35F-49ED-AAD9-47D7D02FDEF6}" destId="{553495DB-6534-4945-B8F5-B478BF1862A5}" srcOrd="0" destOrd="0" parTransId="{F32658FF-E605-49F6-94BE-C03CCC2F6369}" sibTransId="{98E303B5-FA23-46FA-99E4-C3DB2D343A85}"/>
    <dgm:cxn modelId="{A3A637E7-1D8C-40F0-BA74-F759B08B079D}" srcId="{C6141E94-EEA7-49DE-ABDB-703A235AD804}" destId="{15F2B3C7-8536-4D85-B346-C7FF05E8C4BB}" srcOrd="0" destOrd="0" parTransId="{4C2FE986-8C72-4D28-8024-34A40958284B}" sibTransId="{500CE181-842E-4C6B-86D7-79BA567BEF31}"/>
    <dgm:cxn modelId="{11F07B67-3AB8-4716-BF92-BFAA9A805159}" type="presParOf" srcId="{06CC31A1-6019-431C-873F-5D8C51F33F54}" destId="{17784ED8-78F4-4D70-8E60-D958324B9E64}" srcOrd="0" destOrd="0" presId="urn:microsoft.com/office/officeart/2005/8/layout/process4"/>
    <dgm:cxn modelId="{A4BE77FC-CA7F-4D27-801D-443D8353B23D}" type="presParOf" srcId="{17784ED8-78F4-4D70-8E60-D958324B9E64}" destId="{8AEF51C6-0ADC-43B8-9DD2-A69A3B0BA0EE}" srcOrd="0" destOrd="0" presId="urn:microsoft.com/office/officeart/2005/8/layout/process4"/>
    <dgm:cxn modelId="{170E5570-71CE-4BFA-B1FA-E6DA2C8138DF}" type="presParOf" srcId="{17784ED8-78F4-4D70-8E60-D958324B9E64}" destId="{F44849D4-7B63-4DB3-B7EB-C67FD70171A4}" srcOrd="1" destOrd="0" presId="urn:microsoft.com/office/officeart/2005/8/layout/process4"/>
    <dgm:cxn modelId="{76E78C2C-5E0B-4ADA-B19C-8BACE4594702}" type="presParOf" srcId="{17784ED8-78F4-4D70-8E60-D958324B9E64}" destId="{EC89C28D-2FB8-4CB3-A38B-A75389FE05C0}" srcOrd="2" destOrd="0" presId="urn:microsoft.com/office/officeart/2005/8/layout/process4"/>
    <dgm:cxn modelId="{4A226E28-AE6C-47B6-97BD-0A8CF0ED73DC}" type="presParOf" srcId="{EC89C28D-2FB8-4CB3-A38B-A75389FE05C0}" destId="{B4C58E45-0747-433E-A5B3-966C11A023A9}" srcOrd="0" destOrd="0" presId="urn:microsoft.com/office/officeart/2005/8/layout/process4"/>
    <dgm:cxn modelId="{A4E47565-4869-4DCB-B79A-3B05E1D72F25}" type="presParOf" srcId="{06CC31A1-6019-431C-873F-5D8C51F33F54}" destId="{D05BF72D-E62B-4519-B49B-CD2BFF95172E}" srcOrd="1" destOrd="0" presId="urn:microsoft.com/office/officeart/2005/8/layout/process4"/>
    <dgm:cxn modelId="{121A9378-454A-4CB5-AC03-990996A49B04}" type="presParOf" srcId="{06CC31A1-6019-431C-873F-5D8C51F33F54}" destId="{77A35E6F-8A33-407C-994F-49ED9F3F9063}" srcOrd="2" destOrd="0" presId="urn:microsoft.com/office/officeart/2005/8/layout/process4"/>
    <dgm:cxn modelId="{E3E9096B-8E01-45D2-B580-9E8DA086CD5D}" type="presParOf" srcId="{77A35E6F-8A33-407C-994F-49ED9F3F9063}" destId="{D13D01F1-31D4-4686-A663-4E346FF1EF21}" srcOrd="0" destOrd="0" presId="urn:microsoft.com/office/officeart/2005/8/layout/process4"/>
    <dgm:cxn modelId="{B3B7F643-282D-4327-B848-01ED83CD3D34}" type="presParOf" srcId="{77A35E6F-8A33-407C-994F-49ED9F3F9063}" destId="{7AB33810-6CF4-46E2-B50A-7107A466F291}" srcOrd="1" destOrd="0" presId="urn:microsoft.com/office/officeart/2005/8/layout/process4"/>
    <dgm:cxn modelId="{E1646531-C1EB-4811-A2F2-13633B0BA85D}" type="presParOf" srcId="{77A35E6F-8A33-407C-994F-49ED9F3F9063}" destId="{26BA03D9-F130-41A5-A12E-D40D263AFA6C}" srcOrd="2" destOrd="0" presId="urn:microsoft.com/office/officeart/2005/8/layout/process4"/>
    <dgm:cxn modelId="{20685013-AFC9-4981-AA61-3AA4B2B1019B}" type="presParOf" srcId="{26BA03D9-F130-41A5-A12E-D40D263AFA6C}" destId="{90A3D399-3754-4119-BB10-E52965793858}" srcOrd="0" destOrd="0" presId="urn:microsoft.com/office/officeart/2005/8/layout/process4"/>
    <dgm:cxn modelId="{7717070B-100E-4F78-B86E-D11B2989EB9F}" type="presParOf" srcId="{26BA03D9-F130-41A5-A12E-D40D263AFA6C}" destId="{1329125F-D567-438D-B133-625009BB26F3}" srcOrd="1" destOrd="0" presId="urn:microsoft.com/office/officeart/2005/8/layout/process4"/>
    <dgm:cxn modelId="{EF034D85-6318-4C4D-8229-84C50F175103}" type="presParOf" srcId="{06CC31A1-6019-431C-873F-5D8C51F33F54}" destId="{9DE3D630-BB57-4FA0-8C96-1C34305AE2C2}" srcOrd="3" destOrd="0" presId="urn:microsoft.com/office/officeart/2005/8/layout/process4"/>
    <dgm:cxn modelId="{ECD1DCAB-450C-415F-BBE3-9DF064CE796F}" type="presParOf" srcId="{06CC31A1-6019-431C-873F-5D8C51F33F54}" destId="{0D21DBBA-9CC8-4173-8DFA-A4383C7C8F31}" srcOrd="4" destOrd="0" presId="urn:microsoft.com/office/officeart/2005/8/layout/process4"/>
    <dgm:cxn modelId="{39E68E3E-03BC-4950-A4A7-D027913F744C}" type="presParOf" srcId="{0D21DBBA-9CC8-4173-8DFA-A4383C7C8F31}" destId="{0A2F483C-E9A4-4250-BD68-B80094529DFC}" srcOrd="0" destOrd="0" presId="urn:microsoft.com/office/officeart/2005/8/layout/process4"/>
    <dgm:cxn modelId="{41532ACE-17BE-4BBC-A27B-0E30623EED32}" type="presParOf" srcId="{0D21DBBA-9CC8-4173-8DFA-A4383C7C8F31}" destId="{4F6155EE-289F-4038-8B02-98F2ADFCA1CF}" srcOrd="1" destOrd="0" presId="urn:microsoft.com/office/officeart/2005/8/layout/process4"/>
    <dgm:cxn modelId="{56F0350A-64E3-46D4-8FB8-0031A9ED9855}" type="presParOf" srcId="{0D21DBBA-9CC8-4173-8DFA-A4383C7C8F31}" destId="{90946305-2881-4D46-9899-257B730A05CD}" srcOrd="2" destOrd="0" presId="urn:microsoft.com/office/officeart/2005/8/layout/process4"/>
    <dgm:cxn modelId="{34C82950-8CA9-465E-B6BA-E22EAD1967A8}" type="presParOf" srcId="{90946305-2881-4D46-9899-257B730A05CD}" destId="{B0312C8A-4968-48F4-BEF6-0FD336DE5125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DFC6188-4136-4DA6-95E1-B05B8887CC40}" type="doc">
      <dgm:prSet loTypeId="urn:microsoft.com/office/officeart/2005/8/layout/vList3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it-IT"/>
        </a:p>
      </dgm:t>
    </dgm:pt>
    <dgm:pt modelId="{29049390-8A90-4D5C-8698-70B12D686AC3}">
      <dgm:prSet phldrT="[Testo]" phldr="0"/>
      <dgm:spPr/>
      <dgm:t>
        <a:bodyPr/>
        <a:lstStyle/>
        <a:p>
          <a:r>
            <a:rPr lang="it-IT" dirty="0">
              <a:latin typeface="Times New Roman" panose="02020603050405020304" pitchFamily="18" charset="0"/>
              <a:cs typeface="Times New Roman" panose="02020603050405020304" pitchFamily="18" charset="0"/>
            </a:rPr>
            <a:t>Missing Values</a:t>
          </a:r>
        </a:p>
      </dgm:t>
    </dgm:pt>
    <dgm:pt modelId="{04CBFE30-22FC-49C7-92F1-E602672C25A5}" type="parTrans" cxnId="{B9D6DAC1-C7CC-4866-97AE-583817197F14}">
      <dgm:prSet/>
      <dgm:spPr/>
      <dgm:t>
        <a:bodyPr/>
        <a:lstStyle/>
        <a:p>
          <a:endParaRPr lang="it-IT"/>
        </a:p>
      </dgm:t>
    </dgm:pt>
    <dgm:pt modelId="{CD717335-0D66-497F-9FD3-E8C48AA3FAE8}" type="sibTrans" cxnId="{B9D6DAC1-C7CC-4866-97AE-583817197F14}">
      <dgm:prSet/>
      <dgm:spPr/>
      <dgm:t>
        <a:bodyPr/>
        <a:lstStyle/>
        <a:p>
          <a:endParaRPr lang="it-IT"/>
        </a:p>
      </dgm:t>
    </dgm:pt>
    <dgm:pt modelId="{06AF5696-5FB7-43B5-9868-A884864A9D2C}">
      <dgm:prSet phldrT="[Testo]" phldr="0"/>
      <dgm:spPr/>
      <dgm:t>
        <a:bodyPr/>
        <a:lstStyle/>
        <a:p>
          <a:r>
            <a:rPr lang="it-IT" dirty="0">
              <a:latin typeface="Times New Roman" panose="02020603050405020304" pitchFamily="18" charset="0"/>
              <a:cs typeface="Times New Roman" panose="02020603050405020304" pitchFamily="18" charset="0"/>
            </a:rPr>
            <a:t>Outliers</a:t>
          </a:r>
        </a:p>
      </dgm:t>
    </dgm:pt>
    <dgm:pt modelId="{D6D2B312-DF3D-402F-BC9B-7D2E493B59A8}" type="parTrans" cxnId="{57C26168-3AFD-4D71-A1DE-32401091031D}">
      <dgm:prSet/>
      <dgm:spPr/>
      <dgm:t>
        <a:bodyPr/>
        <a:lstStyle/>
        <a:p>
          <a:endParaRPr lang="it-IT"/>
        </a:p>
      </dgm:t>
    </dgm:pt>
    <dgm:pt modelId="{F84E015D-D147-4100-BAB9-5D5937937BB5}" type="sibTrans" cxnId="{57C26168-3AFD-4D71-A1DE-32401091031D}">
      <dgm:prSet/>
      <dgm:spPr/>
      <dgm:t>
        <a:bodyPr/>
        <a:lstStyle/>
        <a:p>
          <a:endParaRPr lang="it-IT"/>
        </a:p>
      </dgm:t>
    </dgm:pt>
    <dgm:pt modelId="{1E8790DE-4A94-45DA-918B-41F9EAE7AFB0}">
      <dgm:prSet phldrT="[Testo]" phldr="0"/>
      <dgm:spPr/>
      <dgm:t>
        <a:bodyPr/>
        <a:lstStyle/>
        <a:p>
          <a:r>
            <a:rPr lang="it-IT" dirty="0">
              <a:latin typeface="Times New Roman" panose="02020603050405020304" pitchFamily="18" charset="0"/>
              <a:cs typeface="Times New Roman" panose="02020603050405020304" pitchFamily="18" charset="0"/>
            </a:rPr>
            <a:t>Dati Sbilanciati</a:t>
          </a:r>
        </a:p>
      </dgm:t>
    </dgm:pt>
    <dgm:pt modelId="{D3A7640B-9D5B-48D1-B9AC-9C5DB99F8AEE}" type="parTrans" cxnId="{96CBBB6D-362C-42BA-8EE0-B8278ADD6E13}">
      <dgm:prSet/>
      <dgm:spPr/>
      <dgm:t>
        <a:bodyPr/>
        <a:lstStyle/>
        <a:p>
          <a:endParaRPr lang="it-IT"/>
        </a:p>
      </dgm:t>
    </dgm:pt>
    <dgm:pt modelId="{42DB9AE9-3F4D-4BD1-8E06-DB3CA8937F1F}" type="sibTrans" cxnId="{96CBBB6D-362C-42BA-8EE0-B8278ADD6E13}">
      <dgm:prSet/>
      <dgm:spPr/>
      <dgm:t>
        <a:bodyPr/>
        <a:lstStyle/>
        <a:p>
          <a:endParaRPr lang="it-IT"/>
        </a:p>
      </dgm:t>
    </dgm:pt>
    <dgm:pt modelId="{B3922848-FEF6-4142-BE1C-C835BAEE79B3}" type="pres">
      <dgm:prSet presAssocID="{CDFC6188-4136-4DA6-95E1-B05B8887CC40}" presName="linearFlow" presStyleCnt="0">
        <dgm:presLayoutVars>
          <dgm:dir/>
          <dgm:resizeHandles val="exact"/>
        </dgm:presLayoutVars>
      </dgm:prSet>
      <dgm:spPr/>
    </dgm:pt>
    <dgm:pt modelId="{3C2E9852-B432-4632-B07F-14D225D8E7B7}" type="pres">
      <dgm:prSet presAssocID="{29049390-8A90-4D5C-8698-70B12D686AC3}" presName="composite" presStyleCnt="0"/>
      <dgm:spPr/>
    </dgm:pt>
    <dgm:pt modelId="{B9A6E7C3-4496-4C21-96FD-0843B872F2B5}" type="pres">
      <dgm:prSet presAssocID="{29049390-8A90-4D5C-8698-70B12D686AC3}" presName="imgShp" presStyleLbl="fgImgPlace1" presStyleIdx="0" presStyleCnt="3"/>
      <dgm:spPr>
        <a:blipFill>
          <a:blip xmlns:r="http://schemas.openxmlformats.org/officeDocument/2006/relationships" r:embed="rId1"/>
          <a:srcRect/>
          <a:stretch>
            <a:fillRect l="-39000" r="-39000"/>
          </a:stretch>
        </a:blipFill>
      </dgm:spPr>
    </dgm:pt>
    <dgm:pt modelId="{ECA1380A-B481-432C-8DB2-1C3CB02C69FB}" type="pres">
      <dgm:prSet presAssocID="{29049390-8A90-4D5C-8698-70B12D686AC3}" presName="txShp" presStyleLbl="node1" presStyleIdx="0" presStyleCnt="3">
        <dgm:presLayoutVars>
          <dgm:bulletEnabled val="1"/>
        </dgm:presLayoutVars>
      </dgm:prSet>
      <dgm:spPr/>
    </dgm:pt>
    <dgm:pt modelId="{BEDB0369-05F8-4F85-86B7-E605D523B1CB}" type="pres">
      <dgm:prSet presAssocID="{CD717335-0D66-497F-9FD3-E8C48AA3FAE8}" presName="spacing" presStyleCnt="0"/>
      <dgm:spPr/>
    </dgm:pt>
    <dgm:pt modelId="{28C4BCDB-907B-4715-8DFF-55970416DADF}" type="pres">
      <dgm:prSet presAssocID="{06AF5696-5FB7-43B5-9868-A884864A9D2C}" presName="composite" presStyleCnt="0"/>
      <dgm:spPr/>
    </dgm:pt>
    <dgm:pt modelId="{DFBFDBEF-8BAD-45D6-BF66-73747C3187CC}" type="pres">
      <dgm:prSet presAssocID="{06AF5696-5FB7-43B5-9868-A884864A9D2C}" presName="imgShp" presStyleLbl="fgImgPlace1" presStyleIdx="1" presStyleCnt="3"/>
      <dgm:spPr>
        <a:blipFill>
          <a:blip xmlns:r="http://schemas.openxmlformats.org/officeDocument/2006/relationships" r:embed="rId2"/>
          <a:srcRect/>
          <a:stretch>
            <a:fillRect l="-29000" r="-29000"/>
          </a:stretch>
        </a:blipFill>
      </dgm:spPr>
    </dgm:pt>
    <dgm:pt modelId="{E14F0D32-7952-4EA9-A288-50F3061B5C8B}" type="pres">
      <dgm:prSet presAssocID="{06AF5696-5FB7-43B5-9868-A884864A9D2C}" presName="txShp" presStyleLbl="node1" presStyleIdx="1" presStyleCnt="3">
        <dgm:presLayoutVars>
          <dgm:bulletEnabled val="1"/>
        </dgm:presLayoutVars>
      </dgm:prSet>
      <dgm:spPr/>
    </dgm:pt>
    <dgm:pt modelId="{47E9AA50-4C1B-4AF8-9519-F8658D9F58AD}" type="pres">
      <dgm:prSet presAssocID="{F84E015D-D147-4100-BAB9-5D5937937BB5}" presName="spacing" presStyleCnt="0"/>
      <dgm:spPr/>
    </dgm:pt>
    <dgm:pt modelId="{698D321D-CE00-419C-855E-264F7D7954BF}" type="pres">
      <dgm:prSet presAssocID="{1E8790DE-4A94-45DA-918B-41F9EAE7AFB0}" presName="composite" presStyleCnt="0"/>
      <dgm:spPr/>
    </dgm:pt>
    <dgm:pt modelId="{5B8F72D5-96C9-4AEA-9265-28B9788A1A9D}" type="pres">
      <dgm:prSet presAssocID="{1E8790DE-4A94-45DA-918B-41F9EAE7AFB0}" presName="imgShp" presStyleLbl="fgImgPlace1" presStyleIdx="2" presStyleCnt="3"/>
      <dgm:spPr>
        <a:blipFill>
          <a:blip xmlns:r="http://schemas.openxmlformats.org/officeDocument/2006/relationships" r:embed="rId3"/>
          <a:srcRect/>
          <a:stretch>
            <a:fillRect l="-25000" r="-25000"/>
          </a:stretch>
        </a:blipFill>
      </dgm:spPr>
    </dgm:pt>
    <dgm:pt modelId="{8E1A582D-4F76-4C32-8030-D414C36FC4B3}" type="pres">
      <dgm:prSet presAssocID="{1E8790DE-4A94-45DA-918B-41F9EAE7AFB0}" presName="txShp" presStyleLbl="node1" presStyleIdx="2" presStyleCnt="3">
        <dgm:presLayoutVars>
          <dgm:bulletEnabled val="1"/>
        </dgm:presLayoutVars>
      </dgm:prSet>
      <dgm:spPr/>
    </dgm:pt>
  </dgm:ptLst>
  <dgm:cxnLst>
    <dgm:cxn modelId="{34FDBF3F-12D9-4E08-996C-DB1ED75669FA}" type="presOf" srcId="{29049390-8A90-4D5C-8698-70B12D686AC3}" destId="{ECA1380A-B481-432C-8DB2-1C3CB02C69FB}" srcOrd="0" destOrd="0" presId="urn:microsoft.com/office/officeart/2005/8/layout/vList3"/>
    <dgm:cxn modelId="{EF168045-3362-4093-A2E0-C7CA50A70554}" type="presOf" srcId="{CDFC6188-4136-4DA6-95E1-B05B8887CC40}" destId="{B3922848-FEF6-4142-BE1C-C835BAEE79B3}" srcOrd="0" destOrd="0" presId="urn:microsoft.com/office/officeart/2005/8/layout/vList3"/>
    <dgm:cxn modelId="{57C26168-3AFD-4D71-A1DE-32401091031D}" srcId="{CDFC6188-4136-4DA6-95E1-B05B8887CC40}" destId="{06AF5696-5FB7-43B5-9868-A884864A9D2C}" srcOrd="1" destOrd="0" parTransId="{D6D2B312-DF3D-402F-BC9B-7D2E493B59A8}" sibTransId="{F84E015D-D147-4100-BAB9-5D5937937BB5}"/>
    <dgm:cxn modelId="{96CBBB6D-362C-42BA-8EE0-B8278ADD6E13}" srcId="{CDFC6188-4136-4DA6-95E1-B05B8887CC40}" destId="{1E8790DE-4A94-45DA-918B-41F9EAE7AFB0}" srcOrd="2" destOrd="0" parTransId="{D3A7640B-9D5B-48D1-B9AC-9C5DB99F8AEE}" sibTransId="{42DB9AE9-3F4D-4BD1-8E06-DB3CA8937F1F}"/>
    <dgm:cxn modelId="{797DA49B-D278-43F0-98D5-39FDA6D897DD}" type="presOf" srcId="{1E8790DE-4A94-45DA-918B-41F9EAE7AFB0}" destId="{8E1A582D-4F76-4C32-8030-D414C36FC4B3}" srcOrd="0" destOrd="0" presId="urn:microsoft.com/office/officeart/2005/8/layout/vList3"/>
    <dgm:cxn modelId="{B9D6DAC1-C7CC-4866-97AE-583817197F14}" srcId="{CDFC6188-4136-4DA6-95E1-B05B8887CC40}" destId="{29049390-8A90-4D5C-8698-70B12D686AC3}" srcOrd="0" destOrd="0" parTransId="{04CBFE30-22FC-49C7-92F1-E602672C25A5}" sibTransId="{CD717335-0D66-497F-9FD3-E8C48AA3FAE8}"/>
    <dgm:cxn modelId="{692A52EE-C5CE-4A98-91CA-72314388A2B6}" type="presOf" srcId="{06AF5696-5FB7-43B5-9868-A884864A9D2C}" destId="{E14F0D32-7952-4EA9-A288-50F3061B5C8B}" srcOrd="0" destOrd="0" presId="urn:microsoft.com/office/officeart/2005/8/layout/vList3"/>
    <dgm:cxn modelId="{B26E0507-180C-4FF6-87FA-9C5C0B217CE8}" type="presParOf" srcId="{B3922848-FEF6-4142-BE1C-C835BAEE79B3}" destId="{3C2E9852-B432-4632-B07F-14D225D8E7B7}" srcOrd="0" destOrd="0" presId="urn:microsoft.com/office/officeart/2005/8/layout/vList3"/>
    <dgm:cxn modelId="{377BC1E5-ED2A-477A-B1D5-797946681307}" type="presParOf" srcId="{3C2E9852-B432-4632-B07F-14D225D8E7B7}" destId="{B9A6E7C3-4496-4C21-96FD-0843B872F2B5}" srcOrd="0" destOrd="0" presId="urn:microsoft.com/office/officeart/2005/8/layout/vList3"/>
    <dgm:cxn modelId="{931E1AE4-7C75-4041-9DF2-30EFA741B7DE}" type="presParOf" srcId="{3C2E9852-B432-4632-B07F-14D225D8E7B7}" destId="{ECA1380A-B481-432C-8DB2-1C3CB02C69FB}" srcOrd="1" destOrd="0" presId="urn:microsoft.com/office/officeart/2005/8/layout/vList3"/>
    <dgm:cxn modelId="{DB78E8BB-30F1-4334-B9AC-DD2349B4BDD1}" type="presParOf" srcId="{B3922848-FEF6-4142-BE1C-C835BAEE79B3}" destId="{BEDB0369-05F8-4F85-86B7-E605D523B1CB}" srcOrd="1" destOrd="0" presId="urn:microsoft.com/office/officeart/2005/8/layout/vList3"/>
    <dgm:cxn modelId="{CEF08193-41BA-4152-8BB0-3BA794371AC8}" type="presParOf" srcId="{B3922848-FEF6-4142-BE1C-C835BAEE79B3}" destId="{28C4BCDB-907B-4715-8DFF-55970416DADF}" srcOrd="2" destOrd="0" presId="urn:microsoft.com/office/officeart/2005/8/layout/vList3"/>
    <dgm:cxn modelId="{E7A26422-AC67-47EE-BDCC-BC09C1FC12CC}" type="presParOf" srcId="{28C4BCDB-907B-4715-8DFF-55970416DADF}" destId="{DFBFDBEF-8BAD-45D6-BF66-73747C3187CC}" srcOrd="0" destOrd="0" presId="urn:microsoft.com/office/officeart/2005/8/layout/vList3"/>
    <dgm:cxn modelId="{E60933E2-1819-45F5-B628-48AD19B83501}" type="presParOf" srcId="{28C4BCDB-907B-4715-8DFF-55970416DADF}" destId="{E14F0D32-7952-4EA9-A288-50F3061B5C8B}" srcOrd="1" destOrd="0" presId="urn:microsoft.com/office/officeart/2005/8/layout/vList3"/>
    <dgm:cxn modelId="{325DFC52-8B11-4B64-8727-0F5BF36F39DD}" type="presParOf" srcId="{B3922848-FEF6-4142-BE1C-C835BAEE79B3}" destId="{47E9AA50-4C1B-4AF8-9519-F8658D9F58AD}" srcOrd="3" destOrd="0" presId="urn:microsoft.com/office/officeart/2005/8/layout/vList3"/>
    <dgm:cxn modelId="{41CA6CE1-D7D3-47C0-AFED-CE8C3EBC26A5}" type="presParOf" srcId="{B3922848-FEF6-4142-BE1C-C835BAEE79B3}" destId="{698D321D-CE00-419C-855E-264F7D7954BF}" srcOrd="4" destOrd="0" presId="urn:microsoft.com/office/officeart/2005/8/layout/vList3"/>
    <dgm:cxn modelId="{292609DA-4DEA-4694-9B65-C7114CA5132E}" type="presParOf" srcId="{698D321D-CE00-419C-855E-264F7D7954BF}" destId="{5B8F72D5-96C9-4AEA-9265-28B9788A1A9D}" srcOrd="0" destOrd="0" presId="urn:microsoft.com/office/officeart/2005/8/layout/vList3"/>
    <dgm:cxn modelId="{0897ECC9-3FB2-4880-AF71-20A41F3C59BB}" type="presParOf" srcId="{698D321D-CE00-419C-855E-264F7D7954BF}" destId="{8E1A582D-4F76-4C32-8030-D414C36FC4B3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44B0015-29D4-49E2-8C9B-758CB2CDFC4A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it-IT"/>
        </a:p>
      </dgm:t>
    </dgm:pt>
    <dgm:pt modelId="{75E611BE-A080-47C6-9E0D-CB3D31E38ABC}">
      <dgm:prSet phldrT="[Testo]" phldr="0"/>
      <dgm:spPr/>
      <dgm:t>
        <a:bodyPr/>
        <a:lstStyle/>
        <a:p>
          <a:r>
            <a:rPr lang="it-IT" dirty="0">
              <a:latin typeface="Times New Roman" panose="02020603050405020304" pitchFamily="18" charset="0"/>
              <a:cs typeface="Times New Roman" panose="02020603050405020304" pitchFamily="18" charset="0"/>
            </a:rPr>
            <a:t>Robustezza</a:t>
          </a:r>
        </a:p>
      </dgm:t>
    </dgm:pt>
    <dgm:pt modelId="{351928E8-E36F-407F-A026-26F358B22912}" type="parTrans" cxnId="{65624455-9B26-461B-A2B8-CE16B7CEFD1A}">
      <dgm:prSet/>
      <dgm:spPr/>
      <dgm:t>
        <a:bodyPr/>
        <a:lstStyle/>
        <a:p>
          <a:endParaRPr lang="it-IT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0EA9021-8030-4F45-94DB-E08CF3C51CA2}" type="sibTrans" cxnId="{65624455-9B26-461B-A2B8-CE16B7CEFD1A}">
      <dgm:prSet/>
      <dgm:spPr/>
      <dgm:t>
        <a:bodyPr/>
        <a:lstStyle/>
        <a:p>
          <a:endParaRPr lang="it-IT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303E31F-22C1-4F68-8282-C4B43CCADA30}">
      <dgm:prSet phldrT="[Testo]" phldr="0"/>
      <dgm:spPr/>
      <dgm:t>
        <a:bodyPr/>
        <a:lstStyle/>
        <a:p>
          <a:r>
            <a:rPr lang="it-IT" dirty="0">
              <a:latin typeface="Times New Roman" panose="02020603050405020304" pitchFamily="18" charset="0"/>
              <a:cs typeface="Times New Roman" panose="02020603050405020304" pitchFamily="18" charset="0"/>
            </a:rPr>
            <a:t>Gestisce bene la natura multiclasse del problema</a:t>
          </a:r>
        </a:p>
      </dgm:t>
    </dgm:pt>
    <dgm:pt modelId="{69BD1417-E915-42EB-8EE5-5783FCF6A5EE}" type="parTrans" cxnId="{16C57B8A-C9BA-411C-8691-90085E0439A5}">
      <dgm:prSet/>
      <dgm:spPr/>
      <dgm:t>
        <a:bodyPr/>
        <a:lstStyle/>
        <a:p>
          <a:endParaRPr lang="it-IT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D4D350A-C1B4-4C03-AF13-BC096396277A}" type="sibTrans" cxnId="{16C57B8A-C9BA-411C-8691-90085E0439A5}">
      <dgm:prSet/>
      <dgm:spPr/>
      <dgm:t>
        <a:bodyPr/>
        <a:lstStyle/>
        <a:p>
          <a:endParaRPr lang="it-IT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3B57BBA-5657-4E40-BEA0-6FED07AB9A21}">
      <dgm:prSet phldrT="[Testo]" phldr="0"/>
      <dgm:spPr/>
      <dgm:t>
        <a:bodyPr/>
        <a:lstStyle/>
        <a:p>
          <a:r>
            <a:rPr lang="it-IT" dirty="0">
              <a:latin typeface="Times New Roman" panose="02020603050405020304" pitchFamily="18" charset="0"/>
              <a:cs typeface="Times New Roman" panose="02020603050405020304" pitchFamily="18" charset="0"/>
            </a:rPr>
            <a:t>Interpretabilità</a:t>
          </a:r>
        </a:p>
      </dgm:t>
    </dgm:pt>
    <dgm:pt modelId="{A9322C7A-6277-4ADD-8127-A46DE11E14C2}" type="parTrans" cxnId="{CB90F6F2-096C-4B3C-8A51-45470A13C54A}">
      <dgm:prSet/>
      <dgm:spPr/>
      <dgm:t>
        <a:bodyPr/>
        <a:lstStyle/>
        <a:p>
          <a:endParaRPr lang="it-IT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89EC11B-F6CD-40FF-AD18-118AD2A7BEA0}" type="sibTrans" cxnId="{CB90F6F2-096C-4B3C-8A51-45470A13C54A}">
      <dgm:prSet/>
      <dgm:spPr/>
      <dgm:t>
        <a:bodyPr/>
        <a:lstStyle/>
        <a:p>
          <a:endParaRPr lang="it-IT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8F4B31A-0E97-4A4F-8371-24DC936D2E5B}">
      <dgm:prSet phldrT="[Testo]" phldr="0"/>
      <dgm:spPr/>
      <dgm:t>
        <a:bodyPr/>
        <a:lstStyle/>
        <a:p>
          <a:r>
            <a:rPr lang="it-IT" dirty="0">
              <a:latin typeface="Times New Roman" panose="02020603050405020304" pitchFamily="18" charset="0"/>
              <a:cs typeface="Times New Roman" panose="02020603050405020304" pitchFamily="18" charset="0"/>
            </a:rPr>
            <a:t>Permette di estrarre la "Feature Importance" (capire quali sono i fattori che pesano di più sull'abbandono)</a:t>
          </a:r>
        </a:p>
      </dgm:t>
    </dgm:pt>
    <dgm:pt modelId="{C15B23E1-D9C8-4BF3-B9F0-A6E261884514}" type="parTrans" cxnId="{C9F9CB8D-92C6-4E1B-A7DB-772BE81E234C}">
      <dgm:prSet/>
      <dgm:spPr/>
      <dgm:t>
        <a:bodyPr/>
        <a:lstStyle/>
        <a:p>
          <a:endParaRPr lang="it-IT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EB7233C-2AD6-496A-BFA1-1AB7C0633162}" type="sibTrans" cxnId="{C9F9CB8D-92C6-4E1B-A7DB-772BE81E234C}">
      <dgm:prSet/>
      <dgm:spPr/>
      <dgm:t>
        <a:bodyPr/>
        <a:lstStyle/>
        <a:p>
          <a:endParaRPr lang="it-IT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11C0581-B0A9-4632-A0EF-B19349BC00D3}">
      <dgm:prSet phldrT="[Testo]" phldr="0"/>
      <dgm:spPr/>
      <dgm:t>
        <a:bodyPr/>
        <a:lstStyle/>
        <a:p>
          <a:r>
            <a:rPr lang="it-IT" dirty="0">
              <a:latin typeface="Times New Roman" panose="02020603050405020304" pitchFamily="18" charset="0"/>
              <a:cs typeface="Times New Roman" panose="02020603050405020304" pitchFamily="18" charset="0"/>
            </a:rPr>
            <a:t>Ensemble Learning</a:t>
          </a:r>
        </a:p>
      </dgm:t>
    </dgm:pt>
    <dgm:pt modelId="{33F07974-E1DA-4A65-9109-1DC07734ABFC}" type="parTrans" cxnId="{F8F8B79D-1662-4964-8553-8564D11A491F}">
      <dgm:prSet/>
      <dgm:spPr/>
      <dgm:t>
        <a:bodyPr/>
        <a:lstStyle/>
        <a:p>
          <a:endParaRPr lang="it-IT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71F9BAD-B21F-41EE-8C06-34D72D34811D}" type="sibTrans" cxnId="{F8F8B79D-1662-4964-8553-8564D11A491F}">
      <dgm:prSet/>
      <dgm:spPr/>
      <dgm:t>
        <a:bodyPr/>
        <a:lstStyle/>
        <a:p>
          <a:endParaRPr lang="it-IT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C3A3395-4487-4C9E-A7D0-53813C630519}">
      <dgm:prSet phldrT="[Testo]" phldr="0"/>
      <dgm:spPr/>
      <dgm:t>
        <a:bodyPr/>
        <a:lstStyle/>
        <a:p>
          <a:r>
            <a:rPr lang="it-IT" dirty="0">
              <a:latin typeface="Times New Roman" panose="02020603050405020304" pitchFamily="18" charset="0"/>
              <a:cs typeface="Times New Roman" panose="02020603050405020304" pitchFamily="18" charset="0"/>
            </a:rPr>
            <a:t>Riduce il rischio di overfitting rispetto a un singolo Decision Tree</a:t>
          </a:r>
        </a:p>
      </dgm:t>
    </dgm:pt>
    <dgm:pt modelId="{360650DE-F826-419F-8946-BD35D8E63CDE}" type="parTrans" cxnId="{5EF7A99F-C211-4DC8-BCE6-D07B7D223DDA}">
      <dgm:prSet/>
      <dgm:spPr/>
      <dgm:t>
        <a:bodyPr/>
        <a:lstStyle/>
        <a:p>
          <a:endParaRPr lang="it-IT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470B320-10D3-4A26-9D1F-60956BBE9534}" type="sibTrans" cxnId="{5EF7A99F-C211-4DC8-BCE6-D07B7D223DDA}">
      <dgm:prSet/>
      <dgm:spPr/>
      <dgm:t>
        <a:bodyPr/>
        <a:lstStyle/>
        <a:p>
          <a:endParaRPr lang="it-IT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7696B89-0D33-48C0-AF2A-59F5716A8EC1}" type="pres">
      <dgm:prSet presAssocID="{944B0015-29D4-49E2-8C9B-758CB2CDFC4A}" presName="linear" presStyleCnt="0">
        <dgm:presLayoutVars>
          <dgm:dir/>
          <dgm:animLvl val="lvl"/>
          <dgm:resizeHandles val="exact"/>
        </dgm:presLayoutVars>
      </dgm:prSet>
      <dgm:spPr/>
    </dgm:pt>
    <dgm:pt modelId="{06D63CEE-58A9-43AB-BEF5-D4DF026CD9B1}" type="pres">
      <dgm:prSet presAssocID="{75E611BE-A080-47C6-9E0D-CB3D31E38ABC}" presName="parentLin" presStyleCnt="0"/>
      <dgm:spPr/>
    </dgm:pt>
    <dgm:pt modelId="{17A71AE8-4A5A-44C0-A086-5729CFE73FCA}" type="pres">
      <dgm:prSet presAssocID="{75E611BE-A080-47C6-9E0D-CB3D31E38ABC}" presName="parentLeftMargin" presStyleLbl="node1" presStyleIdx="0" presStyleCnt="3"/>
      <dgm:spPr/>
    </dgm:pt>
    <dgm:pt modelId="{737283A5-671D-4141-86F0-6F3ACAA13396}" type="pres">
      <dgm:prSet presAssocID="{75E611BE-A080-47C6-9E0D-CB3D31E38ABC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99B3C9AD-A935-4C33-A954-BCADFDE04472}" type="pres">
      <dgm:prSet presAssocID="{75E611BE-A080-47C6-9E0D-CB3D31E38ABC}" presName="negativeSpace" presStyleCnt="0"/>
      <dgm:spPr/>
    </dgm:pt>
    <dgm:pt modelId="{7031E915-DF55-460A-B3D9-3963541527BA}" type="pres">
      <dgm:prSet presAssocID="{75E611BE-A080-47C6-9E0D-CB3D31E38ABC}" presName="childText" presStyleLbl="conFgAcc1" presStyleIdx="0" presStyleCnt="3">
        <dgm:presLayoutVars>
          <dgm:bulletEnabled val="1"/>
        </dgm:presLayoutVars>
      </dgm:prSet>
      <dgm:spPr/>
    </dgm:pt>
    <dgm:pt modelId="{709D1B58-2393-44F4-AF6A-4163A57589A3}" type="pres">
      <dgm:prSet presAssocID="{D0EA9021-8030-4F45-94DB-E08CF3C51CA2}" presName="spaceBetweenRectangles" presStyleCnt="0"/>
      <dgm:spPr/>
    </dgm:pt>
    <dgm:pt modelId="{808DD159-6103-4012-868B-91313F61A5C2}" type="pres">
      <dgm:prSet presAssocID="{C3B57BBA-5657-4E40-BEA0-6FED07AB9A21}" presName="parentLin" presStyleCnt="0"/>
      <dgm:spPr/>
    </dgm:pt>
    <dgm:pt modelId="{39E1A6FB-7AEB-4EC4-BA91-AB3D14D40BEC}" type="pres">
      <dgm:prSet presAssocID="{C3B57BBA-5657-4E40-BEA0-6FED07AB9A21}" presName="parentLeftMargin" presStyleLbl="node1" presStyleIdx="0" presStyleCnt="3"/>
      <dgm:spPr/>
    </dgm:pt>
    <dgm:pt modelId="{0B81288D-35F4-4BDF-9042-F534C1E0E004}" type="pres">
      <dgm:prSet presAssocID="{C3B57BBA-5657-4E40-BEA0-6FED07AB9A21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4BA21BFD-C808-465E-BC46-E74263FE72DE}" type="pres">
      <dgm:prSet presAssocID="{C3B57BBA-5657-4E40-BEA0-6FED07AB9A21}" presName="negativeSpace" presStyleCnt="0"/>
      <dgm:spPr/>
    </dgm:pt>
    <dgm:pt modelId="{59A718C5-DF57-4979-87DB-62F32E329F27}" type="pres">
      <dgm:prSet presAssocID="{C3B57BBA-5657-4E40-BEA0-6FED07AB9A21}" presName="childText" presStyleLbl="conFgAcc1" presStyleIdx="1" presStyleCnt="3">
        <dgm:presLayoutVars>
          <dgm:bulletEnabled val="1"/>
        </dgm:presLayoutVars>
      </dgm:prSet>
      <dgm:spPr/>
    </dgm:pt>
    <dgm:pt modelId="{74D82A63-F475-4B8C-8FA1-703D93F11D84}" type="pres">
      <dgm:prSet presAssocID="{789EC11B-F6CD-40FF-AD18-118AD2A7BEA0}" presName="spaceBetweenRectangles" presStyleCnt="0"/>
      <dgm:spPr/>
    </dgm:pt>
    <dgm:pt modelId="{34C30850-9A84-40BD-9E20-AAF4F2D9980C}" type="pres">
      <dgm:prSet presAssocID="{A11C0581-B0A9-4632-A0EF-B19349BC00D3}" presName="parentLin" presStyleCnt="0"/>
      <dgm:spPr/>
    </dgm:pt>
    <dgm:pt modelId="{70353579-E41A-4F00-A4A8-BBFB8C106235}" type="pres">
      <dgm:prSet presAssocID="{A11C0581-B0A9-4632-A0EF-B19349BC00D3}" presName="parentLeftMargin" presStyleLbl="node1" presStyleIdx="1" presStyleCnt="3"/>
      <dgm:spPr/>
    </dgm:pt>
    <dgm:pt modelId="{C84E4464-0A74-4A1E-999C-D0A11FD95188}" type="pres">
      <dgm:prSet presAssocID="{A11C0581-B0A9-4632-A0EF-B19349BC00D3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F7328575-8753-481B-9AE5-471F9A881A71}" type="pres">
      <dgm:prSet presAssocID="{A11C0581-B0A9-4632-A0EF-B19349BC00D3}" presName="negativeSpace" presStyleCnt="0"/>
      <dgm:spPr/>
    </dgm:pt>
    <dgm:pt modelId="{3CEE0966-7262-497B-A3D2-A5737BBD2FB9}" type="pres">
      <dgm:prSet presAssocID="{A11C0581-B0A9-4632-A0EF-B19349BC00D3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387B4C0D-2179-47FF-94F5-A5985DC6A711}" type="presOf" srcId="{9C3A3395-4487-4C9E-A7D0-53813C630519}" destId="{3CEE0966-7262-497B-A3D2-A5737BBD2FB9}" srcOrd="0" destOrd="0" presId="urn:microsoft.com/office/officeart/2005/8/layout/list1"/>
    <dgm:cxn modelId="{069CDD12-73BA-461E-A3A7-BD1AF37E7CE0}" type="presOf" srcId="{C3B57BBA-5657-4E40-BEA0-6FED07AB9A21}" destId="{0B81288D-35F4-4BDF-9042-F534C1E0E004}" srcOrd="1" destOrd="0" presId="urn:microsoft.com/office/officeart/2005/8/layout/list1"/>
    <dgm:cxn modelId="{D84AA62A-9150-429A-9A19-644100CD9F30}" type="presOf" srcId="{A11C0581-B0A9-4632-A0EF-B19349BC00D3}" destId="{70353579-E41A-4F00-A4A8-BBFB8C106235}" srcOrd="0" destOrd="0" presId="urn:microsoft.com/office/officeart/2005/8/layout/list1"/>
    <dgm:cxn modelId="{CD792743-DBEB-48B6-AED4-7F565C4CF249}" type="presOf" srcId="{7303E31F-22C1-4F68-8282-C4B43CCADA30}" destId="{7031E915-DF55-460A-B3D9-3963541527BA}" srcOrd="0" destOrd="0" presId="urn:microsoft.com/office/officeart/2005/8/layout/list1"/>
    <dgm:cxn modelId="{BD5F054C-8DD4-47B4-B836-C9919D355092}" type="presOf" srcId="{75E611BE-A080-47C6-9E0D-CB3D31E38ABC}" destId="{737283A5-671D-4141-86F0-6F3ACAA13396}" srcOrd="1" destOrd="0" presId="urn:microsoft.com/office/officeart/2005/8/layout/list1"/>
    <dgm:cxn modelId="{65624455-9B26-461B-A2B8-CE16B7CEFD1A}" srcId="{944B0015-29D4-49E2-8C9B-758CB2CDFC4A}" destId="{75E611BE-A080-47C6-9E0D-CB3D31E38ABC}" srcOrd="0" destOrd="0" parTransId="{351928E8-E36F-407F-A026-26F358B22912}" sibTransId="{D0EA9021-8030-4F45-94DB-E08CF3C51CA2}"/>
    <dgm:cxn modelId="{16C57B8A-C9BA-411C-8691-90085E0439A5}" srcId="{75E611BE-A080-47C6-9E0D-CB3D31E38ABC}" destId="{7303E31F-22C1-4F68-8282-C4B43CCADA30}" srcOrd="0" destOrd="0" parTransId="{69BD1417-E915-42EB-8EE5-5783FCF6A5EE}" sibTransId="{1D4D350A-C1B4-4C03-AF13-BC096396277A}"/>
    <dgm:cxn modelId="{C9F9CB8D-92C6-4E1B-A7DB-772BE81E234C}" srcId="{C3B57BBA-5657-4E40-BEA0-6FED07AB9A21}" destId="{38F4B31A-0E97-4A4F-8371-24DC936D2E5B}" srcOrd="0" destOrd="0" parTransId="{C15B23E1-D9C8-4BF3-B9F0-A6E261884514}" sibTransId="{BEB7233C-2AD6-496A-BFA1-1AB7C0633162}"/>
    <dgm:cxn modelId="{F8F8B79D-1662-4964-8553-8564D11A491F}" srcId="{944B0015-29D4-49E2-8C9B-758CB2CDFC4A}" destId="{A11C0581-B0A9-4632-A0EF-B19349BC00D3}" srcOrd="2" destOrd="0" parTransId="{33F07974-E1DA-4A65-9109-1DC07734ABFC}" sibTransId="{671F9BAD-B21F-41EE-8C06-34D72D34811D}"/>
    <dgm:cxn modelId="{5EF7A99F-C211-4DC8-BCE6-D07B7D223DDA}" srcId="{A11C0581-B0A9-4632-A0EF-B19349BC00D3}" destId="{9C3A3395-4487-4C9E-A7D0-53813C630519}" srcOrd="0" destOrd="0" parTransId="{360650DE-F826-419F-8946-BD35D8E63CDE}" sibTransId="{7470B320-10D3-4A26-9D1F-60956BBE9534}"/>
    <dgm:cxn modelId="{F8E2BB9F-2669-4825-9525-7AD6069F754D}" type="presOf" srcId="{C3B57BBA-5657-4E40-BEA0-6FED07AB9A21}" destId="{39E1A6FB-7AEB-4EC4-BA91-AB3D14D40BEC}" srcOrd="0" destOrd="0" presId="urn:microsoft.com/office/officeart/2005/8/layout/list1"/>
    <dgm:cxn modelId="{1CEB25A4-49C8-44D2-B58D-6AACB4672DE6}" type="presOf" srcId="{A11C0581-B0A9-4632-A0EF-B19349BC00D3}" destId="{C84E4464-0A74-4A1E-999C-D0A11FD95188}" srcOrd="1" destOrd="0" presId="urn:microsoft.com/office/officeart/2005/8/layout/list1"/>
    <dgm:cxn modelId="{1AD173A8-7D6E-4A6F-9FC1-2911CCA8891C}" type="presOf" srcId="{38F4B31A-0E97-4A4F-8371-24DC936D2E5B}" destId="{59A718C5-DF57-4979-87DB-62F32E329F27}" srcOrd="0" destOrd="0" presId="urn:microsoft.com/office/officeart/2005/8/layout/list1"/>
    <dgm:cxn modelId="{279F87D4-474D-4FC4-8E84-C5A574D29F33}" type="presOf" srcId="{944B0015-29D4-49E2-8C9B-758CB2CDFC4A}" destId="{17696B89-0D33-48C0-AF2A-59F5716A8EC1}" srcOrd="0" destOrd="0" presId="urn:microsoft.com/office/officeart/2005/8/layout/list1"/>
    <dgm:cxn modelId="{BAE47ADC-6E65-435B-882B-97953B54B41C}" type="presOf" srcId="{75E611BE-A080-47C6-9E0D-CB3D31E38ABC}" destId="{17A71AE8-4A5A-44C0-A086-5729CFE73FCA}" srcOrd="0" destOrd="0" presId="urn:microsoft.com/office/officeart/2005/8/layout/list1"/>
    <dgm:cxn modelId="{CB90F6F2-096C-4B3C-8A51-45470A13C54A}" srcId="{944B0015-29D4-49E2-8C9B-758CB2CDFC4A}" destId="{C3B57BBA-5657-4E40-BEA0-6FED07AB9A21}" srcOrd="1" destOrd="0" parTransId="{A9322C7A-6277-4ADD-8127-A46DE11E14C2}" sibTransId="{789EC11B-F6CD-40FF-AD18-118AD2A7BEA0}"/>
    <dgm:cxn modelId="{B3F819C4-E907-40DA-9A0F-8435DAE1B784}" type="presParOf" srcId="{17696B89-0D33-48C0-AF2A-59F5716A8EC1}" destId="{06D63CEE-58A9-43AB-BEF5-D4DF026CD9B1}" srcOrd="0" destOrd="0" presId="urn:microsoft.com/office/officeart/2005/8/layout/list1"/>
    <dgm:cxn modelId="{2BDBD419-D11A-4075-8F7E-92B0E784A59F}" type="presParOf" srcId="{06D63CEE-58A9-43AB-BEF5-D4DF026CD9B1}" destId="{17A71AE8-4A5A-44C0-A086-5729CFE73FCA}" srcOrd="0" destOrd="0" presId="urn:microsoft.com/office/officeart/2005/8/layout/list1"/>
    <dgm:cxn modelId="{C5FE208C-386E-440E-9EA9-C84C81547B8C}" type="presParOf" srcId="{06D63CEE-58A9-43AB-BEF5-D4DF026CD9B1}" destId="{737283A5-671D-4141-86F0-6F3ACAA13396}" srcOrd="1" destOrd="0" presId="urn:microsoft.com/office/officeart/2005/8/layout/list1"/>
    <dgm:cxn modelId="{818FF749-CCE4-44D8-A0CE-E244FA4C30C3}" type="presParOf" srcId="{17696B89-0D33-48C0-AF2A-59F5716A8EC1}" destId="{99B3C9AD-A935-4C33-A954-BCADFDE04472}" srcOrd="1" destOrd="0" presId="urn:microsoft.com/office/officeart/2005/8/layout/list1"/>
    <dgm:cxn modelId="{911AF314-B91E-4815-A91F-99FEC60F26BA}" type="presParOf" srcId="{17696B89-0D33-48C0-AF2A-59F5716A8EC1}" destId="{7031E915-DF55-460A-B3D9-3963541527BA}" srcOrd="2" destOrd="0" presId="urn:microsoft.com/office/officeart/2005/8/layout/list1"/>
    <dgm:cxn modelId="{324B5610-2C57-4C2D-BDCA-4A0086FBE562}" type="presParOf" srcId="{17696B89-0D33-48C0-AF2A-59F5716A8EC1}" destId="{709D1B58-2393-44F4-AF6A-4163A57589A3}" srcOrd="3" destOrd="0" presId="urn:microsoft.com/office/officeart/2005/8/layout/list1"/>
    <dgm:cxn modelId="{5636575D-842A-451B-967C-C98DAB00787B}" type="presParOf" srcId="{17696B89-0D33-48C0-AF2A-59F5716A8EC1}" destId="{808DD159-6103-4012-868B-91313F61A5C2}" srcOrd="4" destOrd="0" presId="urn:microsoft.com/office/officeart/2005/8/layout/list1"/>
    <dgm:cxn modelId="{542F4027-A5FA-4817-B51C-A837BF5968E8}" type="presParOf" srcId="{808DD159-6103-4012-868B-91313F61A5C2}" destId="{39E1A6FB-7AEB-4EC4-BA91-AB3D14D40BEC}" srcOrd="0" destOrd="0" presId="urn:microsoft.com/office/officeart/2005/8/layout/list1"/>
    <dgm:cxn modelId="{7574D40D-1034-4E20-B6A0-8B203096A8CE}" type="presParOf" srcId="{808DD159-6103-4012-868B-91313F61A5C2}" destId="{0B81288D-35F4-4BDF-9042-F534C1E0E004}" srcOrd="1" destOrd="0" presId="urn:microsoft.com/office/officeart/2005/8/layout/list1"/>
    <dgm:cxn modelId="{DA51BE71-66E0-4C61-92DC-332A4FD31DAD}" type="presParOf" srcId="{17696B89-0D33-48C0-AF2A-59F5716A8EC1}" destId="{4BA21BFD-C808-465E-BC46-E74263FE72DE}" srcOrd="5" destOrd="0" presId="urn:microsoft.com/office/officeart/2005/8/layout/list1"/>
    <dgm:cxn modelId="{98D411E6-DE18-4B29-9E09-C5413F79B989}" type="presParOf" srcId="{17696B89-0D33-48C0-AF2A-59F5716A8EC1}" destId="{59A718C5-DF57-4979-87DB-62F32E329F27}" srcOrd="6" destOrd="0" presId="urn:microsoft.com/office/officeart/2005/8/layout/list1"/>
    <dgm:cxn modelId="{A11CEF4B-88C8-412B-BB64-7917DFFA2AA7}" type="presParOf" srcId="{17696B89-0D33-48C0-AF2A-59F5716A8EC1}" destId="{74D82A63-F475-4B8C-8FA1-703D93F11D84}" srcOrd="7" destOrd="0" presId="urn:microsoft.com/office/officeart/2005/8/layout/list1"/>
    <dgm:cxn modelId="{7A3817F2-E644-4D9A-896A-55B2ED690756}" type="presParOf" srcId="{17696B89-0D33-48C0-AF2A-59F5716A8EC1}" destId="{34C30850-9A84-40BD-9E20-AAF4F2D9980C}" srcOrd="8" destOrd="0" presId="urn:microsoft.com/office/officeart/2005/8/layout/list1"/>
    <dgm:cxn modelId="{995244CA-D071-471B-88DB-82DA5694A1E7}" type="presParOf" srcId="{34C30850-9A84-40BD-9E20-AAF4F2D9980C}" destId="{70353579-E41A-4F00-A4A8-BBFB8C106235}" srcOrd="0" destOrd="0" presId="urn:microsoft.com/office/officeart/2005/8/layout/list1"/>
    <dgm:cxn modelId="{5B8EB795-CBF8-4974-8D53-351EAD397FDF}" type="presParOf" srcId="{34C30850-9A84-40BD-9E20-AAF4F2D9980C}" destId="{C84E4464-0A74-4A1E-999C-D0A11FD95188}" srcOrd="1" destOrd="0" presId="urn:microsoft.com/office/officeart/2005/8/layout/list1"/>
    <dgm:cxn modelId="{A1811660-533A-42BF-94FB-52E7C2900F59}" type="presParOf" srcId="{17696B89-0D33-48C0-AF2A-59F5716A8EC1}" destId="{F7328575-8753-481B-9AE5-471F9A881A71}" srcOrd="9" destOrd="0" presId="urn:microsoft.com/office/officeart/2005/8/layout/list1"/>
    <dgm:cxn modelId="{FFB800DD-9B59-40A4-8A0E-0602118422B3}" type="presParOf" srcId="{17696B89-0D33-48C0-AF2A-59F5716A8EC1}" destId="{3CEE0966-7262-497B-A3D2-A5737BBD2FB9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2C203E5-2AC8-40D3-AAAD-4B864C9A7FDC}" type="doc">
      <dgm:prSet loTypeId="urn:microsoft.com/office/officeart/2005/8/layout/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it-IT"/>
        </a:p>
      </dgm:t>
    </dgm:pt>
    <dgm:pt modelId="{BCDBBCA4-DE00-47F0-99C6-DAB6233FDFA8}">
      <dgm:prSet phldrT="[Testo]" phldr="0"/>
      <dgm:spPr/>
      <dgm:t>
        <a:bodyPr/>
        <a:lstStyle/>
        <a:p>
          <a:pPr algn="ctr"/>
          <a:r>
            <a:rPr lang="it-IT" dirty="0">
              <a:latin typeface="Times New Roman" panose="02020603050405020304" pitchFamily="18" charset="0"/>
              <a:cs typeface="Times New Roman" panose="02020603050405020304" pitchFamily="18" charset="0"/>
            </a:rPr>
            <a:t>K-Fold Cross Validation</a:t>
          </a:r>
        </a:p>
      </dgm:t>
    </dgm:pt>
    <dgm:pt modelId="{8FFEC0B0-E692-499B-9921-620F21BFC276}" type="parTrans" cxnId="{6250AE6F-7C46-4FBF-9C20-B2CC8B922610}">
      <dgm:prSet/>
      <dgm:spPr/>
      <dgm:t>
        <a:bodyPr/>
        <a:lstStyle/>
        <a:p>
          <a:endParaRPr lang="it-IT"/>
        </a:p>
      </dgm:t>
    </dgm:pt>
    <dgm:pt modelId="{B1AD4BA8-8114-40C3-A4A1-2BF469F7E4D6}" type="sibTrans" cxnId="{6250AE6F-7C46-4FBF-9C20-B2CC8B922610}">
      <dgm:prSet/>
      <dgm:spPr/>
      <dgm:t>
        <a:bodyPr/>
        <a:lstStyle/>
        <a:p>
          <a:endParaRPr lang="it-IT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2BADD7A-A2A8-4213-986D-C6D4F42F9A92}">
      <dgm:prSet phldrT="[Testo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it-IT" dirty="0">
              <a:latin typeface="Times New Roman" panose="02020603050405020304" pitchFamily="18" charset="0"/>
              <a:cs typeface="Times New Roman" panose="02020603050405020304" pitchFamily="18" charset="0"/>
            </a:rPr>
            <a:t>Riduzione della varianza della stima delle performance e verifica della stabilità del modello su diversi subset di dati</a:t>
          </a:r>
        </a:p>
      </dgm:t>
    </dgm:pt>
    <dgm:pt modelId="{4BFEC46F-88F1-4B1E-A3AF-F2DCDAF06C9C}" type="parTrans" cxnId="{84DC2BBD-2C3F-4802-BDAD-D6ADEFD6BB6F}">
      <dgm:prSet/>
      <dgm:spPr/>
      <dgm:t>
        <a:bodyPr/>
        <a:lstStyle/>
        <a:p>
          <a:endParaRPr lang="it-IT"/>
        </a:p>
      </dgm:t>
    </dgm:pt>
    <dgm:pt modelId="{629CB60C-FF70-4D26-B751-F9E0C98679F2}" type="sibTrans" cxnId="{84DC2BBD-2C3F-4802-BDAD-D6ADEFD6BB6F}">
      <dgm:prSet/>
      <dgm:spPr/>
      <dgm:t>
        <a:bodyPr/>
        <a:lstStyle/>
        <a:p>
          <a:endParaRPr lang="it-IT"/>
        </a:p>
      </dgm:t>
    </dgm:pt>
    <dgm:pt modelId="{F657C864-3058-41DC-8085-9DDFE37F946D}">
      <dgm:prSet phldrT="[Testo]" phldr="0"/>
      <dgm:spPr/>
      <dgm:t>
        <a:bodyPr/>
        <a:lstStyle/>
        <a:p>
          <a:pPr algn="ctr"/>
          <a:r>
            <a:rPr lang="it-IT" dirty="0">
              <a:latin typeface="Times New Roman" panose="02020603050405020304" pitchFamily="18" charset="0"/>
              <a:cs typeface="Times New Roman" panose="02020603050405020304" pitchFamily="18" charset="0"/>
            </a:rPr>
            <a:t>Gestione Sbilanciamento</a:t>
          </a:r>
        </a:p>
      </dgm:t>
    </dgm:pt>
    <dgm:pt modelId="{BE0EFD7D-BD4F-4582-81C4-426B9D1EE728}" type="parTrans" cxnId="{53BC065C-8895-4B48-B9E3-7055B048C337}">
      <dgm:prSet/>
      <dgm:spPr/>
      <dgm:t>
        <a:bodyPr/>
        <a:lstStyle/>
        <a:p>
          <a:endParaRPr lang="it-IT"/>
        </a:p>
      </dgm:t>
    </dgm:pt>
    <dgm:pt modelId="{D75A2918-E483-4064-B71A-896B35EFE067}" type="sibTrans" cxnId="{53BC065C-8895-4B48-B9E3-7055B048C337}">
      <dgm:prSet/>
      <dgm:spPr/>
      <dgm:t>
        <a:bodyPr/>
        <a:lstStyle/>
        <a:p>
          <a:endParaRPr lang="it-IT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1D28B7F-98E9-473C-82B1-B60579DC7895}">
      <dgm:prSet phldrT="[Testo]" phldr="0"/>
      <dgm:spPr/>
      <dgm:t>
        <a:bodyPr/>
        <a:lstStyle/>
        <a:p>
          <a:r>
            <a:rPr lang="it-IT" dirty="0">
              <a:latin typeface="Times New Roman" panose="02020603050405020304" pitchFamily="18" charset="0"/>
              <a:cs typeface="Times New Roman" panose="02020603050405020304" pitchFamily="18" charset="0"/>
            </a:rPr>
            <a:t>Impostazione di </a:t>
          </a:r>
          <a:r>
            <a:rPr lang="it-IT" dirty="0" err="1">
              <a:latin typeface="Times New Roman" panose="02020603050405020304" pitchFamily="18" charset="0"/>
              <a:cs typeface="Times New Roman" panose="02020603050405020304" pitchFamily="18" charset="0"/>
            </a:rPr>
            <a:t>class_weight</a:t>
          </a:r>
          <a:r>
            <a:rPr lang="it-IT" dirty="0">
              <a:latin typeface="Times New Roman" panose="02020603050405020304" pitchFamily="18" charset="0"/>
              <a:cs typeface="Times New Roman" panose="02020603050405020304" pitchFamily="18" charset="0"/>
            </a:rPr>
            <a:t>='</a:t>
          </a:r>
          <a:r>
            <a:rPr lang="it-IT" dirty="0" err="1">
              <a:latin typeface="Times New Roman" panose="02020603050405020304" pitchFamily="18" charset="0"/>
              <a:cs typeface="Times New Roman" panose="02020603050405020304" pitchFamily="18" charset="0"/>
            </a:rPr>
            <a:t>balanced</a:t>
          </a:r>
          <a:r>
            <a:rPr lang="it-IT" dirty="0">
              <a:latin typeface="Times New Roman" panose="02020603050405020304" pitchFamily="18" charset="0"/>
              <a:cs typeface="Times New Roman" panose="02020603050405020304" pitchFamily="18" charset="0"/>
            </a:rPr>
            <a:t>' per penalizzare maggiormente gli errori sulla classe minoritaria (Dropout)</a:t>
          </a:r>
        </a:p>
      </dgm:t>
    </dgm:pt>
    <dgm:pt modelId="{46D17DDD-1E54-42D1-9558-7A5F7C2F64E1}" type="parTrans" cxnId="{CF3A42D5-FD7A-4843-BD35-C52EFEE95F22}">
      <dgm:prSet/>
      <dgm:spPr/>
      <dgm:t>
        <a:bodyPr/>
        <a:lstStyle/>
        <a:p>
          <a:endParaRPr lang="it-IT"/>
        </a:p>
      </dgm:t>
    </dgm:pt>
    <dgm:pt modelId="{FA02A2EC-7CE5-45A1-87D6-B5F10CC48B4B}" type="sibTrans" cxnId="{CF3A42D5-FD7A-4843-BD35-C52EFEE95F22}">
      <dgm:prSet/>
      <dgm:spPr/>
      <dgm:t>
        <a:bodyPr/>
        <a:lstStyle/>
        <a:p>
          <a:endParaRPr lang="it-IT"/>
        </a:p>
      </dgm:t>
    </dgm:pt>
    <dgm:pt modelId="{43C46EEB-A87B-466A-BA3D-128BE2D77E1D}">
      <dgm:prSet phldrT="[Testo]" phldr="0"/>
      <dgm:spPr/>
      <dgm:t>
        <a:bodyPr/>
        <a:lstStyle/>
        <a:p>
          <a:pPr algn="ctr"/>
          <a:r>
            <a:rPr lang="it-IT" dirty="0">
              <a:latin typeface="Times New Roman" panose="02020603050405020304" pitchFamily="18" charset="0"/>
              <a:cs typeface="Times New Roman" panose="02020603050405020304" pitchFamily="18" charset="0"/>
            </a:rPr>
            <a:t>K=5</a:t>
          </a:r>
        </a:p>
      </dgm:t>
    </dgm:pt>
    <dgm:pt modelId="{47FDE625-0B2A-4929-91FD-4FE2AE9CCE99}" type="parTrans" cxnId="{92CACE0D-B3E8-4F6F-808C-636097A5D854}">
      <dgm:prSet/>
      <dgm:spPr/>
      <dgm:t>
        <a:bodyPr/>
        <a:lstStyle/>
        <a:p>
          <a:endParaRPr lang="it-IT"/>
        </a:p>
      </dgm:t>
    </dgm:pt>
    <dgm:pt modelId="{0F1619A3-8EDF-4D11-8E4E-8CB7EF3D7EBE}" type="sibTrans" cxnId="{92CACE0D-B3E8-4F6F-808C-636097A5D854}">
      <dgm:prSet/>
      <dgm:spPr/>
      <dgm:t>
        <a:bodyPr/>
        <a:lstStyle/>
        <a:p>
          <a:endParaRPr lang="it-IT"/>
        </a:p>
      </dgm:t>
    </dgm:pt>
    <dgm:pt modelId="{489E2678-1285-4E17-9F0C-23B3F286AA80}">
      <dgm:prSet phldrT="[Testo]" phldr="0"/>
      <dgm:spPr/>
      <dgm:t>
        <a:bodyPr/>
        <a:lstStyle/>
        <a:p>
          <a:r>
            <a:rPr lang="it-IT" dirty="0">
              <a:latin typeface="Times New Roman" panose="02020603050405020304" pitchFamily="18" charset="0"/>
              <a:cs typeface="Times New Roman" panose="02020603050405020304" pitchFamily="18" charset="0"/>
            </a:rPr>
            <a:t>Invece di testare il modello una sola volta, dividiamo il training set in 5 parti. Il modello viene addestrato 5 volte, ogni volta usando una parte diversa come test «temporaneo»</a:t>
          </a:r>
        </a:p>
      </dgm:t>
    </dgm:pt>
    <dgm:pt modelId="{AB5F8578-642B-4B1E-B754-DA84F50A0C2D}" type="parTrans" cxnId="{69A827F0-2692-4C38-893B-611BE181FA6C}">
      <dgm:prSet/>
      <dgm:spPr/>
      <dgm:t>
        <a:bodyPr/>
        <a:lstStyle/>
        <a:p>
          <a:endParaRPr lang="it-IT"/>
        </a:p>
      </dgm:t>
    </dgm:pt>
    <dgm:pt modelId="{EE3475F9-362C-445D-A990-0888167D5050}" type="sibTrans" cxnId="{69A827F0-2692-4C38-893B-611BE181FA6C}">
      <dgm:prSet/>
      <dgm:spPr/>
      <dgm:t>
        <a:bodyPr/>
        <a:lstStyle/>
        <a:p>
          <a:endParaRPr lang="it-IT"/>
        </a:p>
      </dgm:t>
    </dgm:pt>
    <dgm:pt modelId="{AFAE9F61-E0ED-4F2B-99FE-3A100C9078FC}" type="pres">
      <dgm:prSet presAssocID="{B2C203E5-2AC8-40D3-AAAD-4B864C9A7FDC}" presName="linearFlow" presStyleCnt="0">
        <dgm:presLayoutVars>
          <dgm:dir/>
          <dgm:animLvl val="lvl"/>
          <dgm:resizeHandles val="exact"/>
        </dgm:presLayoutVars>
      </dgm:prSet>
      <dgm:spPr/>
    </dgm:pt>
    <dgm:pt modelId="{F22095B2-F4AF-4106-962A-54EA10264AA8}" type="pres">
      <dgm:prSet presAssocID="{BCDBBCA4-DE00-47F0-99C6-DAB6233FDFA8}" presName="composite" presStyleCnt="0"/>
      <dgm:spPr/>
    </dgm:pt>
    <dgm:pt modelId="{59E5EC62-8C84-442D-9E4A-7A4EFFB5933E}" type="pres">
      <dgm:prSet presAssocID="{BCDBBCA4-DE00-47F0-99C6-DAB6233FDFA8}" presName="par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48ABB19A-A3BD-45BD-9C3A-015D54DEA781}" type="pres">
      <dgm:prSet presAssocID="{BCDBBCA4-DE00-47F0-99C6-DAB6233FDFA8}" presName="parSh" presStyleLbl="node1" presStyleIdx="0" presStyleCnt="3"/>
      <dgm:spPr/>
    </dgm:pt>
    <dgm:pt modelId="{83D70268-06BE-4ED7-B78D-797254C644A3}" type="pres">
      <dgm:prSet presAssocID="{BCDBBCA4-DE00-47F0-99C6-DAB6233FDFA8}" presName="desTx" presStyleLbl="fgAcc1" presStyleIdx="0" presStyleCnt="3">
        <dgm:presLayoutVars>
          <dgm:bulletEnabled val="1"/>
        </dgm:presLayoutVars>
      </dgm:prSet>
      <dgm:spPr/>
    </dgm:pt>
    <dgm:pt modelId="{AF15F89B-5425-444B-9E7A-DACE6A952D07}" type="pres">
      <dgm:prSet presAssocID="{B1AD4BA8-8114-40C3-A4A1-2BF469F7E4D6}" presName="sibTrans" presStyleLbl="sibTrans2D1" presStyleIdx="0" presStyleCnt="2"/>
      <dgm:spPr/>
    </dgm:pt>
    <dgm:pt modelId="{E5229451-4E90-4D70-86E2-EE40E1D3D396}" type="pres">
      <dgm:prSet presAssocID="{B1AD4BA8-8114-40C3-A4A1-2BF469F7E4D6}" presName="connTx" presStyleLbl="sibTrans2D1" presStyleIdx="0" presStyleCnt="2"/>
      <dgm:spPr/>
    </dgm:pt>
    <dgm:pt modelId="{35441EC4-478B-42D8-A7C1-AE007A367C4B}" type="pres">
      <dgm:prSet presAssocID="{F657C864-3058-41DC-8085-9DDFE37F946D}" presName="composite" presStyleCnt="0"/>
      <dgm:spPr/>
    </dgm:pt>
    <dgm:pt modelId="{3BB685DF-514C-4AD0-8C5C-3EE7EADEDF18}" type="pres">
      <dgm:prSet presAssocID="{F657C864-3058-41DC-8085-9DDFE37F946D}" presName="par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690142D4-CF9B-4141-83E8-272A8936E9C9}" type="pres">
      <dgm:prSet presAssocID="{F657C864-3058-41DC-8085-9DDFE37F946D}" presName="parSh" presStyleLbl="node1" presStyleIdx="1" presStyleCnt="3"/>
      <dgm:spPr/>
    </dgm:pt>
    <dgm:pt modelId="{62D062BD-A9A5-4E4B-A6E4-64A0573173BB}" type="pres">
      <dgm:prSet presAssocID="{F657C864-3058-41DC-8085-9DDFE37F946D}" presName="desTx" presStyleLbl="fgAcc1" presStyleIdx="1" presStyleCnt="3">
        <dgm:presLayoutVars>
          <dgm:bulletEnabled val="1"/>
        </dgm:presLayoutVars>
      </dgm:prSet>
      <dgm:spPr/>
    </dgm:pt>
    <dgm:pt modelId="{A20EE426-AE3E-4E45-BC2C-EBE1D7D536F9}" type="pres">
      <dgm:prSet presAssocID="{D75A2918-E483-4064-B71A-896B35EFE067}" presName="sibTrans" presStyleLbl="sibTrans2D1" presStyleIdx="1" presStyleCnt="2"/>
      <dgm:spPr/>
    </dgm:pt>
    <dgm:pt modelId="{DA851B4F-0FA1-46FB-84D9-BDAA76156F3A}" type="pres">
      <dgm:prSet presAssocID="{D75A2918-E483-4064-B71A-896B35EFE067}" presName="connTx" presStyleLbl="sibTrans2D1" presStyleIdx="1" presStyleCnt="2"/>
      <dgm:spPr/>
    </dgm:pt>
    <dgm:pt modelId="{1443BE64-7890-406A-B711-22B1FDF163F0}" type="pres">
      <dgm:prSet presAssocID="{43C46EEB-A87B-466A-BA3D-128BE2D77E1D}" presName="composite" presStyleCnt="0"/>
      <dgm:spPr/>
    </dgm:pt>
    <dgm:pt modelId="{C51367F3-4CA0-4BCF-8F4A-18937509E774}" type="pres">
      <dgm:prSet presAssocID="{43C46EEB-A87B-466A-BA3D-128BE2D77E1D}" presName="parTx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947B298C-1383-4F78-848B-A0C1FA7935B6}" type="pres">
      <dgm:prSet presAssocID="{43C46EEB-A87B-466A-BA3D-128BE2D77E1D}" presName="parSh" presStyleLbl="node1" presStyleIdx="2" presStyleCnt="3"/>
      <dgm:spPr/>
    </dgm:pt>
    <dgm:pt modelId="{4959C470-DF7D-4BAB-9957-F74DBEEC2A61}" type="pres">
      <dgm:prSet presAssocID="{43C46EEB-A87B-466A-BA3D-128BE2D77E1D}" presName="desTx" presStyleLbl="fgAcc1" presStyleIdx="2" presStyleCnt="3">
        <dgm:presLayoutVars>
          <dgm:bulletEnabled val="1"/>
        </dgm:presLayoutVars>
      </dgm:prSet>
      <dgm:spPr/>
    </dgm:pt>
  </dgm:ptLst>
  <dgm:cxnLst>
    <dgm:cxn modelId="{B568F000-2E25-44B9-8A6B-B1CB1C8D3EF1}" type="presOf" srcId="{D75A2918-E483-4064-B71A-896B35EFE067}" destId="{DA851B4F-0FA1-46FB-84D9-BDAA76156F3A}" srcOrd="1" destOrd="0" presId="urn:microsoft.com/office/officeart/2005/8/layout/process3"/>
    <dgm:cxn modelId="{90763A02-5EDA-47BC-9011-E453B30881E5}" type="presOf" srcId="{B2C203E5-2AC8-40D3-AAAD-4B864C9A7FDC}" destId="{AFAE9F61-E0ED-4F2B-99FE-3A100C9078FC}" srcOrd="0" destOrd="0" presId="urn:microsoft.com/office/officeart/2005/8/layout/process3"/>
    <dgm:cxn modelId="{026F800B-38B0-4A2D-A52C-03B448F1C2B2}" type="presOf" srcId="{01D28B7F-98E9-473C-82B1-B60579DC7895}" destId="{62D062BD-A9A5-4E4B-A6E4-64A0573173BB}" srcOrd="0" destOrd="0" presId="urn:microsoft.com/office/officeart/2005/8/layout/process3"/>
    <dgm:cxn modelId="{92CACE0D-B3E8-4F6F-808C-636097A5D854}" srcId="{B2C203E5-2AC8-40D3-AAAD-4B864C9A7FDC}" destId="{43C46EEB-A87B-466A-BA3D-128BE2D77E1D}" srcOrd="2" destOrd="0" parTransId="{47FDE625-0B2A-4929-91FD-4FE2AE9CCE99}" sibTransId="{0F1619A3-8EDF-4D11-8E4E-8CB7EF3D7EBE}"/>
    <dgm:cxn modelId="{FE1ED624-E80B-433F-8BA4-CE1F5CD049F2}" type="presOf" srcId="{B1AD4BA8-8114-40C3-A4A1-2BF469F7E4D6}" destId="{AF15F89B-5425-444B-9E7A-DACE6A952D07}" srcOrd="0" destOrd="0" presId="urn:microsoft.com/office/officeart/2005/8/layout/process3"/>
    <dgm:cxn modelId="{DA23D02C-E244-44F4-B516-1F5E66A6135B}" type="presOf" srcId="{489E2678-1285-4E17-9F0C-23B3F286AA80}" destId="{4959C470-DF7D-4BAB-9957-F74DBEEC2A61}" srcOrd="0" destOrd="0" presId="urn:microsoft.com/office/officeart/2005/8/layout/process3"/>
    <dgm:cxn modelId="{4DE79B33-845B-4CC3-B98C-B1FD12F1E72E}" type="presOf" srcId="{43C46EEB-A87B-466A-BA3D-128BE2D77E1D}" destId="{947B298C-1383-4F78-848B-A0C1FA7935B6}" srcOrd="1" destOrd="0" presId="urn:microsoft.com/office/officeart/2005/8/layout/process3"/>
    <dgm:cxn modelId="{53BC065C-8895-4B48-B9E3-7055B048C337}" srcId="{B2C203E5-2AC8-40D3-AAAD-4B864C9A7FDC}" destId="{F657C864-3058-41DC-8085-9DDFE37F946D}" srcOrd="1" destOrd="0" parTransId="{BE0EFD7D-BD4F-4582-81C4-426B9D1EE728}" sibTransId="{D75A2918-E483-4064-B71A-896B35EFE067}"/>
    <dgm:cxn modelId="{7608DC5D-F550-4AA9-9CCB-425DFB7AFF76}" type="presOf" srcId="{43C46EEB-A87B-466A-BA3D-128BE2D77E1D}" destId="{C51367F3-4CA0-4BCF-8F4A-18937509E774}" srcOrd="0" destOrd="0" presId="urn:microsoft.com/office/officeart/2005/8/layout/process3"/>
    <dgm:cxn modelId="{A05DE369-5058-480E-B47A-9F9F46CE8887}" type="presOf" srcId="{BCDBBCA4-DE00-47F0-99C6-DAB6233FDFA8}" destId="{48ABB19A-A3BD-45BD-9C3A-015D54DEA781}" srcOrd="1" destOrd="0" presId="urn:microsoft.com/office/officeart/2005/8/layout/process3"/>
    <dgm:cxn modelId="{6250AE6F-7C46-4FBF-9C20-B2CC8B922610}" srcId="{B2C203E5-2AC8-40D3-AAAD-4B864C9A7FDC}" destId="{BCDBBCA4-DE00-47F0-99C6-DAB6233FDFA8}" srcOrd="0" destOrd="0" parTransId="{8FFEC0B0-E692-499B-9921-620F21BFC276}" sibTransId="{B1AD4BA8-8114-40C3-A4A1-2BF469F7E4D6}"/>
    <dgm:cxn modelId="{2A0E437A-A2D9-4278-A313-3B2085BA5FEE}" type="presOf" srcId="{D75A2918-E483-4064-B71A-896B35EFE067}" destId="{A20EE426-AE3E-4E45-BC2C-EBE1D7D536F9}" srcOrd="0" destOrd="0" presId="urn:microsoft.com/office/officeart/2005/8/layout/process3"/>
    <dgm:cxn modelId="{EBABC1A7-1707-49F8-89FF-CF4DCDB54704}" type="presOf" srcId="{F657C864-3058-41DC-8085-9DDFE37F946D}" destId="{690142D4-CF9B-4141-83E8-272A8936E9C9}" srcOrd="1" destOrd="0" presId="urn:microsoft.com/office/officeart/2005/8/layout/process3"/>
    <dgm:cxn modelId="{CE1E12B1-8B74-4423-A3CB-9FFD67CF0A50}" type="presOf" srcId="{F657C864-3058-41DC-8085-9DDFE37F946D}" destId="{3BB685DF-514C-4AD0-8C5C-3EE7EADEDF18}" srcOrd="0" destOrd="0" presId="urn:microsoft.com/office/officeart/2005/8/layout/process3"/>
    <dgm:cxn modelId="{2134DEB8-7F3A-4BC5-B156-8F23D568E639}" type="presOf" srcId="{72BADD7A-A2A8-4213-986D-C6D4F42F9A92}" destId="{83D70268-06BE-4ED7-B78D-797254C644A3}" srcOrd="0" destOrd="0" presId="urn:microsoft.com/office/officeart/2005/8/layout/process3"/>
    <dgm:cxn modelId="{84DC2BBD-2C3F-4802-BDAD-D6ADEFD6BB6F}" srcId="{BCDBBCA4-DE00-47F0-99C6-DAB6233FDFA8}" destId="{72BADD7A-A2A8-4213-986D-C6D4F42F9A92}" srcOrd="0" destOrd="0" parTransId="{4BFEC46F-88F1-4B1E-A3AF-F2DCDAF06C9C}" sibTransId="{629CB60C-FF70-4D26-B751-F9E0C98679F2}"/>
    <dgm:cxn modelId="{CF3A42D5-FD7A-4843-BD35-C52EFEE95F22}" srcId="{F657C864-3058-41DC-8085-9DDFE37F946D}" destId="{01D28B7F-98E9-473C-82B1-B60579DC7895}" srcOrd="0" destOrd="0" parTransId="{46D17DDD-1E54-42D1-9558-7A5F7C2F64E1}" sibTransId="{FA02A2EC-7CE5-45A1-87D6-B5F10CC48B4B}"/>
    <dgm:cxn modelId="{4ED889E8-A14A-442A-B348-2D4A1611AAAF}" type="presOf" srcId="{B1AD4BA8-8114-40C3-A4A1-2BF469F7E4D6}" destId="{E5229451-4E90-4D70-86E2-EE40E1D3D396}" srcOrd="1" destOrd="0" presId="urn:microsoft.com/office/officeart/2005/8/layout/process3"/>
    <dgm:cxn modelId="{69A827F0-2692-4C38-893B-611BE181FA6C}" srcId="{43C46EEB-A87B-466A-BA3D-128BE2D77E1D}" destId="{489E2678-1285-4E17-9F0C-23B3F286AA80}" srcOrd="0" destOrd="0" parTransId="{AB5F8578-642B-4B1E-B754-DA84F50A0C2D}" sibTransId="{EE3475F9-362C-445D-A990-0888167D5050}"/>
    <dgm:cxn modelId="{8F6DD0FE-39BE-4589-80F7-2CC0DE70DA9C}" type="presOf" srcId="{BCDBBCA4-DE00-47F0-99C6-DAB6233FDFA8}" destId="{59E5EC62-8C84-442D-9E4A-7A4EFFB5933E}" srcOrd="0" destOrd="0" presId="urn:microsoft.com/office/officeart/2005/8/layout/process3"/>
    <dgm:cxn modelId="{D06ABD0B-12C6-447D-B858-B056544D3DB2}" type="presParOf" srcId="{AFAE9F61-E0ED-4F2B-99FE-3A100C9078FC}" destId="{F22095B2-F4AF-4106-962A-54EA10264AA8}" srcOrd="0" destOrd="0" presId="urn:microsoft.com/office/officeart/2005/8/layout/process3"/>
    <dgm:cxn modelId="{FD433604-28BA-4A77-A678-6A14AD9BB67B}" type="presParOf" srcId="{F22095B2-F4AF-4106-962A-54EA10264AA8}" destId="{59E5EC62-8C84-442D-9E4A-7A4EFFB5933E}" srcOrd="0" destOrd="0" presId="urn:microsoft.com/office/officeart/2005/8/layout/process3"/>
    <dgm:cxn modelId="{ABD406B6-CB2A-4F19-98E9-7D341175E05C}" type="presParOf" srcId="{F22095B2-F4AF-4106-962A-54EA10264AA8}" destId="{48ABB19A-A3BD-45BD-9C3A-015D54DEA781}" srcOrd="1" destOrd="0" presId="urn:microsoft.com/office/officeart/2005/8/layout/process3"/>
    <dgm:cxn modelId="{61A5BF60-6E2C-49C3-9122-667FB52B3240}" type="presParOf" srcId="{F22095B2-F4AF-4106-962A-54EA10264AA8}" destId="{83D70268-06BE-4ED7-B78D-797254C644A3}" srcOrd="2" destOrd="0" presId="urn:microsoft.com/office/officeart/2005/8/layout/process3"/>
    <dgm:cxn modelId="{DB96C939-36E9-4116-ADB6-AB95A147A025}" type="presParOf" srcId="{AFAE9F61-E0ED-4F2B-99FE-3A100C9078FC}" destId="{AF15F89B-5425-444B-9E7A-DACE6A952D07}" srcOrd="1" destOrd="0" presId="urn:microsoft.com/office/officeart/2005/8/layout/process3"/>
    <dgm:cxn modelId="{A52CD232-CD89-497F-9745-4CAE11940ADA}" type="presParOf" srcId="{AF15F89B-5425-444B-9E7A-DACE6A952D07}" destId="{E5229451-4E90-4D70-86E2-EE40E1D3D396}" srcOrd="0" destOrd="0" presId="urn:microsoft.com/office/officeart/2005/8/layout/process3"/>
    <dgm:cxn modelId="{9E2A111D-AF0A-494B-9016-BF6EDE774B26}" type="presParOf" srcId="{AFAE9F61-E0ED-4F2B-99FE-3A100C9078FC}" destId="{35441EC4-478B-42D8-A7C1-AE007A367C4B}" srcOrd="2" destOrd="0" presId="urn:microsoft.com/office/officeart/2005/8/layout/process3"/>
    <dgm:cxn modelId="{4948E3FA-F639-4D7E-A3D7-1CE1A01FD083}" type="presParOf" srcId="{35441EC4-478B-42D8-A7C1-AE007A367C4B}" destId="{3BB685DF-514C-4AD0-8C5C-3EE7EADEDF18}" srcOrd="0" destOrd="0" presId="urn:microsoft.com/office/officeart/2005/8/layout/process3"/>
    <dgm:cxn modelId="{03C4777B-5B5B-4464-8722-AB1C21A0B1E3}" type="presParOf" srcId="{35441EC4-478B-42D8-A7C1-AE007A367C4B}" destId="{690142D4-CF9B-4141-83E8-272A8936E9C9}" srcOrd="1" destOrd="0" presId="urn:microsoft.com/office/officeart/2005/8/layout/process3"/>
    <dgm:cxn modelId="{BF17EC1D-A17B-4F39-B46A-DC9932BCED7E}" type="presParOf" srcId="{35441EC4-478B-42D8-A7C1-AE007A367C4B}" destId="{62D062BD-A9A5-4E4B-A6E4-64A0573173BB}" srcOrd="2" destOrd="0" presId="urn:microsoft.com/office/officeart/2005/8/layout/process3"/>
    <dgm:cxn modelId="{0F2D2434-48B0-4500-9DF7-24D76035CC7E}" type="presParOf" srcId="{AFAE9F61-E0ED-4F2B-99FE-3A100C9078FC}" destId="{A20EE426-AE3E-4E45-BC2C-EBE1D7D536F9}" srcOrd="3" destOrd="0" presId="urn:microsoft.com/office/officeart/2005/8/layout/process3"/>
    <dgm:cxn modelId="{71B07FCF-81D2-4B77-B186-DCF91875D602}" type="presParOf" srcId="{A20EE426-AE3E-4E45-BC2C-EBE1D7D536F9}" destId="{DA851B4F-0FA1-46FB-84D9-BDAA76156F3A}" srcOrd="0" destOrd="0" presId="urn:microsoft.com/office/officeart/2005/8/layout/process3"/>
    <dgm:cxn modelId="{6634CB93-D7C6-4F77-B64D-22CE475F1E35}" type="presParOf" srcId="{AFAE9F61-E0ED-4F2B-99FE-3A100C9078FC}" destId="{1443BE64-7890-406A-B711-22B1FDF163F0}" srcOrd="4" destOrd="0" presId="urn:microsoft.com/office/officeart/2005/8/layout/process3"/>
    <dgm:cxn modelId="{6CE6366F-4A4F-4CB7-A674-26CB676B5EF4}" type="presParOf" srcId="{1443BE64-7890-406A-B711-22B1FDF163F0}" destId="{C51367F3-4CA0-4BCF-8F4A-18937509E774}" srcOrd="0" destOrd="0" presId="urn:microsoft.com/office/officeart/2005/8/layout/process3"/>
    <dgm:cxn modelId="{F0E16575-E882-41BF-8533-9187D5619239}" type="presParOf" srcId="{1443BE64-7890-406A-B711-22B1FDF163F0}" destId="{947B298C-1383-4F78-848B-A0C1FA7935B6}" srcOrd="1" destOrd="0" presId="urn:microsoft.com/office/officeart/2005/8/layout/process3"/>
    <dgm:cxn modelId="{C3DDAAFA-114D-4C5F-A4A5-4517A12F09CA}" type="presParOf" srcId="{1443BE64-7890-406A-B711-22B1FDF163F0}" destId="{4959C470-DF7D-4BAB-9957-F74DBEEC2A61}" srcOrd="2" destOrd="0" presId="urn:microsoft.com/office/officeart/2005/8/layout/process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7682D66-B614-4F41-90AA-A59B61F05427}" type="doc">
      <dgm:prSet loTypeId="urn:microsoft.com/office/officeart/2005/8/layout/targe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it-IT"/>
        </a:p>
      </dgm:t>
    </dgm:pt>
    <dgm:pt modelId="{6BC9E4A5-1B45-4C8F-AC1A-51057B1558A9}">
      <dgm:prSet phldrT="[Testo]" phldr="0" custT="1"/>
      <dgm:spPr/>
      <dgm:t>
        <a:bodyPr/>
        <a:lstStyle/>
        <a:p>
          <a:r>
            <a:rPr lang="it-IT" sz="2000" b="1" dirty="0">
              <a:latin typeface="Times New Roman" panose="02020603050405020304" pitchFamily="18" charset="0"/>
              <a:cs typeface="Times New Roman" panose="02020603050405020304" pitchFamily="18" charset="0"/>
            </a:rPr>
            <a:t>Graduate</a:t>
          </a:r>
          <a:r>
            <a:rPr lang="it-IT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 369/418: Il modello identifica con successo gli studenti con performance accademiche stabili.</a:t>
          </a:r>
        </a:p>
      </dgm:t>
    </dgm:pt>
    <dgm:pt modelId="{21373DC0-7F77-4B94-A3F1-DB82BA440E55}" type="parTrans" cxnId="{5D1BCBD8-75F0-4C29-B3C3-6F07D4C6AD06}">
      <dgm:prSet/>
      <dgm:spPr/>
      <dgm:t>
        <a:bodyPr/>
        <a:lstStyle/>
        <a:p>
          <a:endParaRPr lang="it-IT"/>
        </a:p>
      </dgm:t>
    </dgm:pt>
    <dgm:pt modelId="{D00185F4-A49C-400A-A45D-0F8F9EABEA02}" type="sibTrans" cxnId="{5D1BCBD8-75F0-4C29-B3C3-6F07D4C6AD06}">
      <dgm:prSet/>
      <dgm:spPr/>
      <dgm:t>
        <a:bodyPr/>
        <a:lstStyle/>
        <a:p>
          <a:endParaRPr lang="it-IT"/>
        </a:p>
      </dgm:t>
    </dgm:pt>
    <dgm:pt modelId="{523FF7F3-500A-4124-9EAF-05097D57B942}">
      <dgm:prSet phldrT="[Testo]" phldr="0" custT="1"/>
      <dgm:spPr/>
      <dgm:t>
        <a:bodyPr/>
        <a:lstStyle/>
        <a:p>
          <a:r>
            <a:rPr lang="it-IT" sz="2000" b="1" dirty="0">
              <a:latin typeface="Times New Roman" panose="02020603050405020304" pitchFamily="18" charset="0"/>
              <a:cs typeface="Times New Roman" panose="02020603050405020304" pitchFamily="18" charset="0"/>
            </a:rPr>
            <a:t>Dropout</a:t>
          </a:r>
          <a:r>
            <a:rPr lang="it-IT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 225/316: Il modello riesce ad individuare 7 studenti su 10 che stanno per abbandonare.</a:t>
          </a:r>
        </a:p>
      </dgm:t>
    </dgm:pt>
    <dgm:pt modelId="{44D08539-7804-4847-80FF-5E234024A4BD}" type="parTrans" cxnId="{7F388A8D-4DD1-435F-8926-7A7C646D4C04}">
      <dgm:prSet/>
      <dgm:spPr/>
      <dgm:t>
        <a:bodyPr/>
        <a:lstStyle/>
        <a:p>
          <a:endParaRPr lang="it-IT"/>
        </a:p>
      </dgm:t>
    </dgm:pt>
    <dgm:pt modelId="{F447F2D8-CD33-4F27-A300-71648CCE9EBB}" type="sibTrans" cxnId="{7F388A8D-4DD1-435F-8926-7A7C646D4C04}">
      <dgm:prSet/>
      <dgm:spPr/>
      <dgm:t>
        <a:bodyPr/>
        <a:lstStyle/>
        <a:p>
          <a:endParaRPr lang="it-IT"/>
        </a:p>
      </dgm:t>
    </dgm:pt>
    <dgm:pt modelId="{D124C481-F3CC-4D7C-B5B3-661F31F9B086}">
      <dgm:prSet phldrT="[Testo]" phldr="0" custT="1"/>
      <dgm:spPr/>
      <dgm:t>
        <a:bodyPr/>
        <a:lstStyle/>
        <a:p>
          <a:r>
            <a:rPr lang="it-IT" sz="1800" b="1" dirty="0">
              <a:latin typeface="Times New Roman" panose="02020603050405020304" pitchFamily="18" charset="0"/>
              <a:cs typeface="Times New Roman" panose="02020603050405020304" pitchFamily="18" charset="0"/>
            </a:rPr>
            <a:t>Enrolled</a:t>
          </a:r>
          <a:r>
            <a:rPr lang="it-IT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 45/151:molti studenti hanno un comportamento accademico simile a chi si laureerà, rendendo difficile la distinzione. </a:t>
          </a:r>
        </a:p>
      </dgm:t>
    </dgm:pt>
    <dgm:pt modelId="{2C3C4030-8F82-4F5D-ADC1-5E1F82DCF2C2}" type="parTrans" cxnId="{DBDAFC4A-8721-45F7-96F6-B615C95FFB7A}">
      <dgm:prSet/>
      <dgm:spPr/>
      <dgm:t>
        <a:bodyPr/>
        <a:lstStyle/>
        <a:p>
          <a:endParaRPr lang="it-IT"/>
        </a:p>
      </dgm:t>
    </dgm:pt>
    <dgm:pt modelId="{79EB2F06-C889-4ED5-A672-98C7C7747DDA}" type="sibTrans" cxnId="{DBDAFC4A-8721-45F7-96F6-B615C95FFB7A}">
      <dgm:prSet/>
      <dgm:spPr/>
      <dgm:t>
        <a:bodyPr/>
        <a:lstStyle/>
        <a:p>
          <a:endParaRPr lang="it-IT"/>
        </a:p>
      </dgm:t>
    </dgm:pt>
    <dgm:pt modelId="{A6D252E8-B5AA-4B79-89F7-AB453FF14D4D}">
      <dgm:prSet custT="1"/>
      <dgm:spPr/>
      <dgm:t>
        <a:bodyPr/>
        <a:lstStyle/>
        <a:p>
          <a:pPr algn="just"/>
          <a:r>
            <a:rPr lang="it-IT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Solo 56 Dropout sono stati scambiati per Graduate (Falsi Negativi pericolosi). La maggior parte degli errori di classificazione avviene verso la classe Enrolled.</a:t>
          </a:r>
        </a:p>
      </dgm:t>
    </dgm:pt>
    <dgm:pt modelId="{F9565EDB-5E68-41EB-83C9-9E1CB5EEA131}" type="parTrans" cxnId="{EC534815-4045-41F0-BCED-3B8B36D4DC55}">
      <dgm:prSet/>
      <dgm:spPr/>
      <dgm:t>
        <a:bodyPr/>
        <a:lstStyle/>
        <a:p>
          <a:endParaRPr lang="it-IT"/>
        </a:p>
      </dgm:t>
    </dgm:pt>
    <dgm:pt modelId="{6973F4AD-C58F-4537-8AA1-C34BA8B319BE}" type="sibTrans" cxnId="{EC534815-4045-41F0-BCED-3B8B36D4DC55}">
      <dgm:prSet/>
      <dgm:spPr/>
      <dgm:t>
        <a:bodyPr/>
        <a:lstStyle/>
        <a:p>
          <a:endParaRPr lang="it-IT"/>
        </a:p>
      </dgm:t>
    </dgm:pt>
    <dgm:pt modelId="{4EB5B0EA-D316-4FD2-B4C7-AC1965512C80}" type="pres">
      <dgm:prSet presAssocID="{67682D66-B614-4F41-90AA-A59B61F05427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EB5CD3F9-E807-4291-A1BD-35C75B88910D}" type="pres">
      <dgm:prSet presAssocID="{6BC9E4A5-1B45-4C8F-AC1A-51057B1558A9}" presName="circle1" presStyleLbl="node1" presStyleIdx="0" presStyleCnt="4"/>
      <dgm:spPr/>
    </dgm:pt>
    <dgm:pt modelId="{368A142F-8405-451E-A0FD-2B5211264F8A}" type="pres">
      <dgm:prSet presAssocID="{6BC9E4A5-1B45-4C8F-AC1A-51057B1558A9}" presName="space" presStyleCnt="0"/>
      <dgm:spPr/>
    </dgm:pt>
    <dgm:pt modelId="{7C9477B0-B689-4D83-955A-920F6A8999BD}" type="pres">
      <dgm:prSet presAssocID="{6BC9E4A5-1B45-4C8F-AC1A-51057B1558A9}" presName="rect1" presStyleLbl="alignAcc1" presStyleIdx="0" presStyleCnt="4"/>
      <dgm:spPr/>
    </dgm:pt>
    <dgm:pt modelId="{260D0B12-3A3C-47AF-BB81-A1B08EE268F8}" type="pres">
      <dgm:prSet presAssocID="{523FF7F3-500A-4124-9EAF-05097D57B942}" presName="vertSpace2" presStyleLbl="node1" presStyleIdx="0" presStyleCnt="4"/>
      <dgm:spPr/>
    </dgm:pt>
    <dgm:pt modelId="{6F396358-F97E-495E-A509-5EDE786A83F8}" type="pres">
      <dgm:prSet presAssocID="{523FF7F3-500A-4124-9EAF-05097D57B942}" presName="circle2" presStyleLbl="node1" presStyleIdx="1" presStyleCnt="4"/>
      <dgm:spPr/>
    </dgm:pt>
    <dgm:pt modelId="{FE4F18CB-096F-422B-A043-D01829C82FEF}" type="pres">
      <dgm:prSet presAssocID="{523FF7F3-500A-4124-9EAF-05097D57B942}" presName="rect2" presStyleLbl="alignAcc1" presStyleIdx="1" presStyleCnt="4"/>
      <dgm:spPr/>
    </dgm:pt>
    <dgm:pt modelId="{90174E17-DBD3-487B-9CFD-303F44A4A117}" type="pres">
      <dgm:prSet presAssocID="{D124C481-F3CC-4D7C-B5B3-661F31F9B086}" presName="vertSpace3" presStyleLbl="node1" presStyleIdx="1" presStyleCnt="4"/>
      <dgm:spPr/>
    </dgm:pt>
    <dgm:pt modelId="{C1412120-E9BD-49CF-87C2-7FD756D01303}" type="pres">
      <dgm:prSet presAssocID="{D124C481-F3CC-4D7C-B5B3-661F31F9B086}" presName="circle3" presStyleLbl="node1" presStyleIdx="2" presStyleCnt="4"/>
      <dgm:spPr/>
    </dgm:pt>
    <dgm:pt modelId="{6E7EA093-4802-430B-AB10-8E1F6D573747}" type="pres">
      <dgm:prSet presAssocID="{D124C481-F3CC-4D7C-B5B3-661F31F9B086}" presName="rect3" presStyleLbl="alignAcc1" presStyleIdx="2" presStyleCnt="4"/>
      <dgm:spPr/>
    </dgm:pt>
    <dgm:pt modelId="{84DE5C69-1A82-4912-BE43-EEA43268F710}" type="pres">
      <dgm:prSet presAssocID="{A6D252E8-B5AA-4B79-89F7-AB453FF14D4D}" presName="vertSpace4" presStyleLbl="node1" presStyleIdx="2" presStyleCnt="4"/>
      <dgm:spPr/>
    </dgm:pt>
    <dgm:pt modelId="{1948C1BB-DA84-44A1-BFAF-38857A0A34F7}" type="pres">
      <dgm:prSet presAssocID="{A6D252E8-B5AA-4B79-89F7-AB453FF14D4D}" presName="circle4" presStyleLbl="node1" presStyleIdx="3" presStyleCnt="4"/>
      <dgm:spPr/>
    </dgm:pt>
    <dgm:pt modelId="{DFAC4AFC-C582-4E53-83A7-7C2855EA7149}" type="pres">
      <dgm:prSet presAssocID="{A6D252E8-B5AA-4B79-89F7-AB453FF14D4D}" presName="rect4" presStyleLbl="alignAcc1" presStyleIdx="3" presStyleCnt="4" custLinFactNeighborX="-470" custLinFactNeighborY="3872"/>
      <dgm:spPr/>
    </dgm:pt>
    <dgm:pt modelId="{AE0E3B6E-ECFA-4724-8F2B-19851CA9F239}" type="pres">
      <dgm:prSet presAssocID="{6BC9E4A5-1B45-4C8F-AC1A-51057B1558A9}" presName="rect1ParTxNoCh" presStyleLbl="alignAcc1" presStyleIdx="3" presStyleCnt="4">
        <dgm:presLayoutVars>
          <dgm:chMax val="1"/>
          <dgm:bulletEnabled val="1"/>
        </dgm:presLayoutVars>
      </dgm:prSet>
      <dgm:spPr/>
    </dgm:pt>
    <dgm:pt modelId="{95EFB087-8112-4915-A0CF-20D692753277}" type="pres">
      <dgm:prSet presAssocID="{523FF7F3-500A-4124-9EAF-05097D57B942}" presName="rect2ParTxNoCh" presStyleLbl="alignAcc1" presStyleIdx="3" presStyleCnt="4">
        <dgm:presLayoutVars>
          <dgm:chMax val="1"/>
          <dgm:bulletEnabled val="1"/>
        </dgm:presLayoutVars>
      </dgm:prSet>
      <dgm:spPr/>
    </dgm:pt>
    <dgm:pt modelId="{BFAD5522-0F47-4170-8FFB-133FDA17E54B}" type="pres">
      <dgm:prSet presAssocID="{D124C481-F3CC-4D7C-B5B3-661F31F9B086}" presName="rect3ParTxNoCh" presStyleLbl="alignAcc1" presStyleIdx="3" presStyleCnt="4">
        <dgm:presLayoutVars>
          <dgm:chMax val="1"/>
          <dgm:bulletEnabled val="1"/>
        </dgm:presLayoutVars>
      </dgm:prSet>
      <dgm:spPr/>
    </dgm:pt>
    <dgm:pt modelId="{F35ADC40-E65B-4AA3-83E3-5D0A9F8F86ED}" type="pres">
      <dgm:prSet presAssocID="{A6D252E8-B5AA-4B79-89F7-AB453FF14D4D}" presName="rect4ParTxNoCh" presStyleLbl="alignAcc1" presStyleIdx="3" presStyleCnt="4">
        <dgm:presLayoutVars>
          <dgm:chMax val="1"/>
          <dgm:bulletEnabled val="1"/>
        </dgm:presLayoutVars>
      </dgm:prSet>
      <dgm:spPr/>
    </dgm:pt>
  </dgm:ptLst>
  <dgm:cxnLst>
    <dgm:cxn modelId="{5D6C3312-6EDF-4465-83AA-0267C5B5F335}" type="presOf" srcId="{D124C481-F3CC-4D7C-B5B3-661F31F9B086}" destId="{BFAD5522-0F47-4170-8FFB-133FDA17E54B}" srcOrd="1" destOrd="0" presId="urn:microsoft.com/office/officeart/2005/8/layout/target3"/>
    <dgm:cxn modelId="{EC534815-4045-41F0-BCED-3B8B36D4DC55}" srcId="{67682D66-B614-4F41-90AA-A59B61F05427}" destId="{A6D252E8-B5AA-4B79-89F7-AB453FF14D4D}" srcOrd="3" destOrd="0" parTransId="{F9565EDB-5E68-41EB-83C9-9E1CB5EEA131}" sibTransId="{6973F4AD-C58F-4537-8AA1-C34BA8B319BE}"/>
    <dgm:cxn modelId="{3F04641D-6890-477B-8DA7-4F224B757FC3}" type="presOf" srcId="{D124C481-F3CC-4D7C-B5B3-661F31F9B086}" destId="{6E7EA093-4802-430B-AB10-8E1F6D573747}" srcOrd="0" destOrd="0" presId="urn:microsoft.com/office/officeart/2005/8/layout/target3"/>
    <dgm:cxn modelId="{A5F1AB1E-BC56-4F98-8F98-F99AD8A1F592}" type="presOf" srcId="{67682D66-B614-4F41-90AA-A59B61F05427}" destId="{4EB5B0EA-D316-4FD2-B4C7-AC1965512C80}" srcOrd="0" destOrd="0" presId="urn:microsoft.com/office/officeart/2005/8/layout/target3"/>
    <dgm:cxn modelId="{26393D3B-CEB1-4C39-9DE4-DF2FA511D0BB}" type="presOf" srcId="{6BC9E4A5-1B45-4C8F-AC1A-51057B1558A9}" destId="{AE0E3B6E-ECFA-4724-8F2B-19851CA9F239}" srcOrd="1" destOrd="0" presId="urn:microsoft.com/office/officeart/2005/8/layout/target3"/>
    <dgm:cxn modelId="{B6804349-456A-435D-9F8B-5381157837B4}" type="presOf" srcId="{523FF7F3-500A-4124-9EAF-05097D57B942}" destId="{95EFB087-8112-4915-A0CF-20D692753277}" srcOrd="1" destOrd="0" presId="urn:microsoft.com/office/officeart/2005/8/layout/target3"/>
    <dgm:cxn modelId="{E8BDAF69-2DD2-47EF-A736-62798C8F6437}" type="presOf" srcId="{6BC9E4A5-1B45-4C8F-AC1A-51057B1558A9}" destId="{7C9477B0-B689-4D83-955A-920F6A8999BD}" srcOrd="0" destOrd="0" presId="urn:microsoft.com/office/officeart/2005/8/layout/target3"/>
    <dgm:cxn modelId="{DBDAFC4A-8721-45F7-96F6-B615C95FFB7A}" srcId="{67682D66-B614-4F41-90AA-A59B61F05427}" destId="{D124C481-F3CC-4D7C-B5B3-661F31F9B086}" srcOrd="2" destOrd="0" parTransId="{2C3C4030-8F82-4F5D-ADC1-5E1F82DCF2C2}" sibTransId="{79EB2F06-C889-4ED5-A672-98C7C7747DDA}"/>
    <dgm:cxn modelId="{976F197F-297E-4865-AE21-6587B0281B4E}" type="presOf" srcId="{523FF7F3-500A-4124-9EAF-05097D57B942}" destId="{FE4F18CB-096F-422B-A043-D01829C82FEF}" srcOrd="0" destOrd="0" presId="urn:microsoft.com/office/officeart/2005/8/layout/target3"/>
    <dgm:cxn modelId="{7F388A8D-4DD1-435F-8926-7A7C646D4C04}" srcId="{67682D66-B614-4F41-90AA-A59B61F05427}" destId="{523FF7F3-500A-4124-9EAF-05097D57B942}" srcOrd="1" destOrd="0" parTransId="{44D08539-7804-4847-80FF-5E234024A4BD}" sibTransId="{F447F2D8-CD33-4F27-A300-71648CCE9EBB}"/>
    <dgm:cxn modelId="{944F9CCA-B649-4349-AA55-8B27FF1E425B}" type="presOf" srcId="{A6D252E8-B5AA-4B79-89F7-AB453FF14D4D}" destId="{F35ADC40-E65B-4AA3-83E3-5D0A9F8F86ED}" srcOrd="1" destOrd="0" presId="urn:microsoft.com/office/officeart/2005/8/layout/target3"/>
    <dgm:cxn modelId="{5D1BCBD8-75F0-4C29-B3C3-6F07D4C6AD06}" srcId="{67682D66-B614-4F41-90AA-A59B61F05427}" destId="{6BC9E4A5-1B45-4C8F-AC1A-51057B1558A9}" srcOrd="0" destOrd="0" parTransId="{21373DC0-7F77-4B94-A3F1-DB82BA440E55}" sibTransId="{D00185F4-A49C-400A-A45D-0F8F9EABEA02}"/>
    <dgm:cxn modelId="{4FBBE3E6-E11A-4618-9056-D3BDA1FDAE2A}" type="presOf" srcId="{A6D252E8-B5AA-4B79-89F7-AB453FF14D4D}" destId="{DFAC4AFC-C582-4E53-83A7-7C2855EA7149}" srcOrd="0" destOrd="0" presId="urn:microsoft.com/office/officeart/2005/8/layout/target3"/>
    <dgm:cxn modelId="{EB1DE675-8C95-4F14-9876-53EB0EC40C83}" type="presParOf" srcId="{4EB5B0EA-D316-4FD2-B4C7-AC1965512C80}" destId="{EB5CD3F9-E807-4291-A1BD-35C75B88910D}" srcOrd="0" destOrd="0" presId="urn:microsoft.com/office/officeart/2005/8/layout/target3"/>
    <dgm:cxn modelId="{2188179B-F343-49D5-986B-B01939E8FAC4}" type="presParOf" srcId="{4EB5B0EA-D316-4FD2-B4C7-AC1965512C80}" destId="{368A142F-8405-451E-A0FD-2B5211264F8A}" srcOrd="1" destOrd="0" presId="urn:microsoft.com/office/officeart/2005/8/layout/target3"/>
    <dgm:cxn modelId="{DEC8FEF9-52EB-4E8D-80EE-851FEE1E0463}" type="presParOf" srcId="{4EB5B0EA-D316-4FD2-B4C7-AC1965512C80}" destId="{7C9477B0-B689-4D83-955A-920F6A8999BD}" srcOrd="2" destOrd="0" presId="urn:microsoft.com/office/officeart/2005/8/layout/target3"/>
    <dgm:cxn modelId="{A18012DF-6DCA-4B89-A81E-F3FB5CB9A6CE}" type="presParOf" srcId="{4EB5B0EA-D316-4FD2-B4C7-AC1965512C80}" destId="{260D0B12-3A3C-47AF-BB81-A1B08EE268F8}" srcOrd="3" destOrd="0" presId="urn:microsoft.com/office/officeart/2005/8/layout/target3"/>
    <dgm:cxn modelId="{BB460366-EC81-490C-82B1-E4B75D8C5666}" type="presParOf" srcId="{4EB5B0EA-D316-4FD2-B4C7-AC1965512C80}" destId="{6F396358-F97E-495E-A509-5EDE786A83F8}" srcOrd="4" destOrd="0" presId="urn:microsoft.com/office/officeart/2005/8/layout/target3"/>
    <dgm:cxn modelId="{327723FE-4A34-4270-AE7E-60856F002432}" type="presParOf" srcId="{4EB5B0EA-D316-4FD2-B4C7-AC1965512C80}" destId="{FE4F18CB-096F-422B-A043-D01829C82FEF}" srcOrd="5" destOrd="0" presId="urn:microsoft.com/office/officeart/2005/8/layout/target3"/>
    <dgm:cxn modelId="{F2C0DB71-86F2-4324-A743-92BB92137C40}" type="presParOf" srcId="{4EB5B0EA-D316-4FD2-B4C7-AC1965512C80}" destId="{90174E17-DBD3-487B-9CFD-303F44A4A117}" srcOrd="6" destOrd="0" presId="urn:microsoft.com/office/officeart/2005/8/layout/target3"/>
    <dgm:cxn modelId="{3A461537-08A2-492C-99B2-CA5954B07D37}" type="presParOf" srcId="{4EB5B0EA-D316-4FD2-B4C7-AC1965512C80}" destId="{C1412120-E9BD-49CF-87C2-7FD756D01303}" srcOrd="7" destOrd="0" presId="urn:microsoft.com/office/officeart/2005/8/layout/target3"/>
    <dgm:cxn modelId="{AB51F262-D82F-438E-A1B0-3E5797323A7F}" type="presParOf" srcId="{4EB5B0EA-D316-4FD2-B4C7-AC1965512C80}" destId="{6E7EA093-4802-430B-AB10-8E1F6D573747}" srcOrd="8" destOrd="0" presId="urn:microsoft.com/office/officeart/2005/8/layout/target3"/>
    <dgm:cxn modelId="{796905E9-3913-4B73-8CA4-07BDED610021}" type="presParOf" srcId="{4EB5B0EA-D316-4FD2-B4C7-AC1965512C80}" destId="{84DE5C69-1A82-4912-BE43-EEA43268F710}" srcOrd="9" destOrd="0" presId="urn:microsoft.com/office/officeart/2005/8/layout/target3"/>
    <dgm:cxn modelId="{5FB11830-9A66-4086-B6A7-19CE0231F0D2}" type="presParOf" srcId="{4EB5B0EA-D316-4FD2-B4C7-AC1965512C80}" destId="{1948C1BB-DA84-44A1-BFAF-38857A0A34F7}" srcOrd="10" destOrd="0" presId="urn:microsoft.com/office/officeart/2005/8/layout/target3"/>
    <dgm:cxn modelId="{75B1CC3E-C8D1-4B0D-B2E3-67B8A9C98E03}" type="presParOf" srcId="{4EB5B0EA-D316-4FD2-B4C7-AC1965512C80}" destId="{DFAC4AFC-C582-4E53-83A7-7C2855EA7149}" srcOrd="11" destOrd="0" presId="urn:microsoft.com/office/officeart/2005/8/layout/target3"/>
    <dgm:cxn modelId="{B07D4D4F-FF30-425D-BBC5-5DBF5BF9CBF4}" type="presParOf" srcId="{4EB5B0EA-D316-4FD2-B4C7-AC1965512C80}" destId="{AE0E3B6E-ECFA-4724-8F2B-19851CA9F239}" srcOrd="12" destOrd="0" presId="urn:microsoft.com/office/officeart/2005/8/layout/target3"/>
    <dgm:cxn modelId="{FDAD08F4-31C4-433C-8E3A-C3F73F1C6521}" type="presParOf" srcId="{4EB5B0EA-D316-4FD2-B4C7-AC1965512C80}" destId="{95EFB087-8112-4915-A0CF-20D692753277}" srcOrd="13" destOrd="0" presId="urn:microsoft.com/office/officeart/2005/8/layout/target3"/>
    <dgm:cxn modelId="{FEAEA258-9E0F-4A83-91B8-2BCA598DBA6B}" type="presParOf" srcId="{4EB5B0EA-D316-4FD2-B4C7-AC1965512C80}" destId="{BFAD5522-0F47-4170-8FFB-133FDA17E54B}" srcOrd="14" destOrd="0" presId="urn:microsoft.com/office/officeart/2005/8/layout/target3"/>
    <dgm:cxn modelId="{C710DBA3-1B8C-448F-941D-70C61367A769}" type="presParOf" srcId="{4EB5B0EA-D316-4FD2-B4C7-AC1965512C80}" destId="{F35ADC40-E65B-4AA3-83E3-5D0A9F8F86ED}" srcOrd="15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B9694A-6C63-4B23-90F6-4F208C00D399}">
      <dsp:nvSpPr>
        <dsp:cNvPr id="0" name=""/>
        <dsp:cNvSpPr/>
      </dsp:nvSpPr>
      <dsp:spPr>
        <a:xfrm rot="5400000">
          <a:off x="6794256" y="-2858274"/>
          <a:ext cx="808168" cy="6767045"/>
        </a:xfrm>
        <a:prstGeom prst="round2Same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dk2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it-IT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Il progetto mira a identificare precocemente gli studenti a rischio di abbandono (</a:t>
          </a:r>
          <a:r>
            <a:rPr lang="it-IT" sz="2000" b="1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</a:t>
          </a:r>
          <a:r>
            <a:rPr lang="it-IT" sz="2000" b="1" i="1" u="none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ropout</a:t>
          </a:r>
          <a:r>
            <a:rPr lang="it-IT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) per permettere all'istituzione di intervenire</a:t>
          </a:r>
          <a:endParaRPr lang="it-IT" sz="2000" kern="1200" noProof="0" dirty="0">
            <a:latin typeface="Times New Roman" panose="02020603050405020304" pitchFamily="18" charset="0"/>
            <a:ea typeface="Tahoma" panose="020B0604030504040204" pitchFamily="34" charset="0"/>
            <a:cs typeface="Times New Roman" panose="02020603050405020304" pitchFamily="18" charset="0"/>
          </a:endParaRPr>
        </a:p>
      </dsp:txBody>
      <dsp:txXfrm rot="-5400000">
        <a:off x="3814818" y="160616"/>
        <a:ext cx="6727593" cy="729264"/>
      </dsp:txXfrm>
    </dsp:sp>
    <dsp:sp modelId="{3230722F-B757-4673-BD2F-9D4BAB5CEE8D}">
      <dsp:nvSpPr>
        <dsp:cNvPr id="0" name=""/>
        <dsp:cNvSpPr/>
      </dsp:nvSpPr>
      <dsp:spPr>
        <a:xfrm>
          <a:off x="0" y="2175"/>
          <a:ext cx="3814817" cy="1046146"/>
        </a:xfrm>
        <a:prstGeom prst="roundRect">
          <a:avLst/>
        </a:prstGeom>
        <a:solidFill>
          <a:srgbClr val="146194"/>
        </a:solidFill>
        <a:ln w="15875" cap="rnd" cmpd="sng" algn="ctr">
          <a:solidFill>
            <a:srgbClr val="146194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40005" rIns="80010" bIns="40005" numCol="1" spcCol="1270" rtlCol="0" anchor="ctr" anchorCtr="0">
          <a:noAutofit/>
        </a:bodyPr>
        <a:lstStyle/>
        <a:p>
          <a:pPr marL="0" lvl="0" indent="0" algn="ctr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800" kern="1200" noProof="0" dirty="0">
              <a:solidFill>
                <a:schemeClr val="tx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rPr>
            <a:t>Qual è il </a:t>
          </a:r>
          <a:r>
            <a:rPr lang="it-IT" sz="2800" kern="1200" noProof="0" dirty="0">
              <a:solidFill>
                <a:prstClr val="white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rPr>
            <a:t>problema</a:t>
          </a:r>
          <a:r>
            <a:rPr lang="it-IT" sz="2800" kern="1200" noProof="0" dirty="0">
              <a:solidFill>
                <a:schemeClr val="tx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rPr>
            <a:t>?</a:t>
          </a:r>
        </a:p>
      </dsp:txBody>
      <dsp:txXfrm>
        <a:off x="51069" y="53244"/>
        <a:ext cx="3712679" cy="944008"/>
      </dsp:txXfrm>
    </dsp:sp>
    <dsp:sp modelId="{329ECF1A-78BE-41CB-B252-8011825B67CD}">
      <dsp:nvSpPr>
        <dsp:cNvPr id="0" name=""/>
        <dsp:cNvSpPr/>
      </dsp:nvSpPr>
      <dsp:spPr>
        <a:xfrm rot="5400000">
          <a:off x="6787308" y="-1767247"/>
          <a:ext cx="836916" cy="6781898"/>
        </a:xfrm>
        <a:prstGeom prst="round2Same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dk2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rtlCol="0" anchor="ctr" anchorCtr="0">
          <a:noAutofit/>
        </a:bodyPr>
        <a:lstStyle/>
        <a:p>
          <a:pPr marL="228600" lvl="1" indent="-228600" algn="l" defTabSz="10668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2400" kern="1200" noProof="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rPr>
            <a:t>Classificazione multiclasse (3 Classi)</a:t>
          </a:r>
        </a:p>
      </dsp:txBody>
      <dsp:txXfrm rot="-5400000">
        <a:off x="3814818" y="1246098"/>
        <a:ext cx="6741043" cy="755206"/>
      </dsp:txXfrm>
    </dsp:sp>
    <dsp:sp modelId="{8A3FE5E4-2689-4041-B2C5-C63BC276A3EF}">
      <dsp:nvSpPr>
        <dsp:cNvPr id="0" name=""/>
        <dsp:cNvSpPr/>
      </dsp:nvSpPr>
      <dsp:spPr>
        <a:xfrm>
          <a:off x="0" y="1100628"/>
          <a:ext cx="3814817" cy="1046146"/>
        </a:xfrm>
        <a:prstGeom prst="roundRect">
          <a:avLst/>
        </a:prstGeom>
        <a:solidFill>
          <a:srgbClr val="146194"/>
        </a:solidFill>
        <a:ln w="15875" cap="rnd" cmpd="sng" algn="ctr">
          <a:solidFill>
            <a:srgbClr val="146194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40005" rIns="80010" bIns="40005" numCol="1" spcCol="1270" rtlCol="0" anchor="ctr" anchorCtr="0">
          <a:noAutofit/>
        </a:bodyPr>
        <a:lstStyle/>
        <a:p>
          <a:pPr marL="0" lvl="0" indent="0" algn="ctr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800" kern="1200" noProof="0" dirty="0">
              <a:solidFill>
                <a:schemeClr val="tx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rPr>
            <a:t>Tipo di task?</a:t>
          </a:r>
        </a:p>
      </dsp:txBody>
      <dsp:txXfrm>
        <a:off x="51069" y="1151697"/>
        <a:ext cx="3712679" cy="944008"/>
      </dsp:txXfrm>
    </dsp:sp>
    <dsp:sp modelId="{A66EBD3D-E7C5-421C-B8B5-728648057DDC}">
      <dsp:nvSpPr>
        <dsp:cNvPr id="0" name=""/>
        <dsp:cNvSpPr/>
      </dsp:nvSpPr>
      <dsp:spPr>
        <a:xfrm rot="5400000">
          <a:off x="6787308" y="-668793"/>
          <a:ext cx="836916" cy="6781898"/>
        </a:xfrm>
        <a:prstGeom prst="round2Same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dk2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rtlCol="0" anchor="ctr" anchorCtr="0">
          <a:noAutofit/>
        </a:bodyPr>
        <a:lstStyle/>
        <a:p>
          <a:pPr marL="171450" lvl="1" indent="-171450" algn="just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Il problema dell'abbandono universitario è critico. Ho affrontato una classificazione a tre vie per distinguere non solo chi molla e chi finisce, ma anche chi si trova in ritardo (</a:t>
          </a:r>
          <a:r>
            <a:rPr lang="it-IT" sz="1800" b="1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Enrolled</a:t>
          </a:r>
          <a:r>
            <a:rPr lang="it-IT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)</a:t>
          </a:r>
          <a:endParaRPr lang="it-IT" sz="1800" kern="1200" noProof="0" dirty="0">
            <a:latin typeface="Times New Roman" panose="02020603050405020304" pitchFamily="18" charset="0"/>
            <a:ea typeface="Tahoma" panose="020B0604030504040204" pitchFamily="34" charset="0"/>
            <a:cs typeface="Times New Roman" panose="02020603050405020304" pitchFamily="18" charset="0"/>
          </a:endParaRPr>
        </a:p>
      </dsp:txBody>
      <dsp:txXfrm rot="-5400000">
        <a:off x="3814818" y="2344552"/>
        <a:ext cx="6741043" cy="755206"/>
      </dsp:txXfrm>
    </dsp:sp>
    <dsp:sp modelId="{1C763A21-352A-41D1-A2E2-E305DABA275D}">
      <dsp:nvSpPr>
        <dsp:cNvPr id="0" name=""/>
        <dsp:cNvSpPr/>
      </dsp:nvSpPr>
      <dsp:spPr>
        <a:xfrm>
          <a:off x="0" y="2199082"/>
          <a:ext cx="3814817" cy="1046146"/>
        </a:xfrm>
        <a:prstGeom prst="roundRect">
          <a:avLst/>
        </a:prstGeom>
        <a:solidFill>
          <a:srgbClr val="146194"/>
        </a:solidFill>
        <a:ln w="15875" cap="rnd" cmpd="sng" algn="ctr">
          <a:solidFill>
            <a:srgbClr val="146194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40005" rIns="80010" bIns="40005" numCol="1" spcCol="1270" rtlCol="0" anchor="ctr" anchorCtr="0">
          <a:noAutofit/>
        </a:bodyPr>
        <a:lstStyle/>
        <a:p>
          <a:pPr marL="0" lvl="0" indent="0" algn="ctr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800" kern="1200" noProof="0" dirty="0">
              <a:solidFill>
                <a:schemeClr val="tx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rPr>
            <a:t>Perché il problema deve essere risolto?</a:t>
          </a:r>
        </a:p>
      </dsp:txBody>
      <dsp:txXfrm>
        <a:off x="51069" y="2250151"/>
        <a:ext cx="3712679" cy="944008"/>
      </dsp:txXfrm>
    </dsp:sp>
    <dsp:sp modelId="{95E0557D-F0A1-4F38-8083-55DE7503164F}">
      <dsp:nvSpPr>
        <dsp:cNvPr id="0" name=""/>
        <dsp:cNvSpPr/>
      </dsp:nvSpPr>
      <dsp:spPr>
        <a:xfrm rot="5400000">
          <a:off x="6787308" y="429659"/>
          <a:ext cx="836916" cy="6781898"/>
        </a:xfrm>
        <a:prstGeom prst="round2Same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dk2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rtlCol="0" anchor="ctr" anchorCtr="0">
          <a:noAutofit/>
        </a:bodyPr>
        <a:lstStyle/>
        <a:p>
          <a:pPr marL="228600" lvl="1" indent="-228600" algn="l" defTabSz="10668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2400" kern="1200" noProof="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rPr>
            <a:t>Il dataset iniziale è estremamente ricco</a:t>
          </a:r>
        </a:p>
        <a:p>
          <a:pPr marL="228600" lvl="1" indent="-228600" algn="l" defTabSz="10668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2400" kern="1200" noProof="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rPr>
            <a:t>(4424 istanze [righe] e 36 feature [colonne])</a:t>
          </a:r>
        </a:p>
      </dsp:txBody>
      <dsp:txXfrm rot="-5400000">
        <a:off x="3814818" y="3443005"/>
        <a:ext cx="6741043" cy="755206"/>
      </dsp:txXfrm>
    </dsp:sp>
    <dsp:sp modelId="{B9324B26-5FF5-4FF7-9073-66103CBE8481}">
      <dsp:nvSpPr>
        <dsp:cNvPr id="0" name=""/>
        <dsp:cNvSpPr/>
      </dsp:nvSpPr>
      <dsp:spPr>
        <a:xfrm>
          <a:off x="0" y="3297535"/>
          <a:ext cx="3814817" cy="1046146"/>
        </a:xfrm>
        <a:prstGeom prst="roundRect">
          <a:avLst/>
        </a:prstGeom>
        <a:solidFill>
          <a:srgbClr val="146194"/>
        </a:solidFill>
        <a:ln w="15875" cap="rnd" cmpd="sng" algn="ctr">
          <a:solidFill>
            <a:srgbClr val="146194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40005" rIns="80010" bIns="40005" numCol="1" spcCol="1270" rtlCol="0" anchor="ctr" anchorCtr="0">
          <a:noAutofit/>
        </a:bodyPr>
        <a:lstStyle/>
        <a:p>
          <a:pPr marL="0" lvl="0" indent="0" algn="ctr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800" kern="1200" noProof="0" dirty="0">
              <a:solidFill>
                <a:prstClr val="white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rPr>
            <a:t>Dataset utilizzato?</a:t>
          </a:r>
        </a:p>
      </dsp:txBody>
      <dsp:txXfrm>
        <a:off x="51069" y="3348604"/>
        <a:ext cx="3712679" cy="94400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4849D4-7B63-4DB3-B7EB-C67FD70171A4}">
      <dsp:nvSpPr>
        <dsp:cNvPr id="0" name=""/>
        <dsp:cNvSpPr/>
      </dsp:nvSpPr>
      <dsp:spPr>
        <a:xfrm>
          <a:off x="0" y="4624984"/>
          <a:ext cx="7466728" cy="151802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248" tIns="206248" rIns="206248" bIns="206248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Feature Scaling</a:t>
          </a:r>
        </a:p>
      </dsp:txBody>
      <dsp:txXfrm>
        <a:off x="0" y="4624984"/>
        <a:ext cx="7466728" cy="819732"/>
      </dsp:txXfrm>
    </dsp:sp>
    <dsp:sp modelId="{B4C58E45-0747-433E-A5B3-966C11A023A9}">
      <dsp:nvSpPr>
        <dsp:cNvPr id="0" name=""/>
        <dsp:cNvSpPr/>
      </dsp:nvSpPr>
      <dsp:spPr>
        <a:xfrm>
          <a:off x="0" y="5414356"/>
          <a:ext cx="7466728" cy="69829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17780" rIns="99568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Portare tutte le variabili numeriche sulla stessa scala, per evitare che variabili con range grandi dominino il modello</a:t>
          </a:r>
        </a:p>
      </dsp:txBody>
      <dsp:txXfrm>
        <a:off x="0" y="5414356"/>
        <a:ext cx="7466728" cy="698290"/>
      </dsp:txXfrm>
    </dsp:sp>
    <dsp:sp modelId="{7AB33810-6CF4-46E2-B50A-7107A466F291}">
      <dsp:nvSpPr>
        <dsp:cNvPr id="0" name=""/>
        <dsp:cNvSpPr/>
      </dsp:nvSpPr>
      <dsp:spPr>
        <a:xfrm rot="10800000">
          <a:off x="0" y="2313035"/>
          <a:ext cx="7466728" cy="2334719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248" tIns="206248" rIns="206248" bIns="206248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Data Splitting</a:t>
          </a:r>
        </a:p>
      </dsp:txBody>
      <dsp:txXfrm rot="-10800000">
        <a:off x="0" y="2313035"/>
        <a:ext cx="7466728" cy="819486"/>
      </dsp:txXfrm>
    </dsp:sp>
    <dsp:sp modelId="{90A3D399-3754-4119-BB10-E52965793858}">
      <dsp:nvSpPr>
        <dsp:cNvPr id="0" name=""/>
        <dsp:cNvSpPr/>
      </dsp:nvSpPr>
      <dsp:spPr>
        <a:xfrm>
          <a:off x="0" y="3132522"/>
          <a:ext cx="3733364" cy="69808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17780" rIns="99568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Utilizzo della tecnica di </a:t>
          </a:r>
          <a:r>
            <a:rPr lang="it-IT" sz="14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Hold</a:t>
          </a:r>
          <a:r>
            <a:rPr lang="it-IT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-out per garantire una valutazione imparziale e misurare la capacità di generalizzazione del modello su dati mai visti</a:t>
          </a:r>
        </a:p>
      </dsp:txBody>
      <dsp:txXfrm>
        <a:off x="0" y="3132522"/>
        <a:ext cx="3733364" cy="698081"/>
      </dsp:txXfrm>
    </dsp:sp>
    <dsp:sp modelId="{1329125F-D567-438D-B133-625009BB26F3}">
      <dsp:nvSpPr>
        <dsp:cNvPr id="0" name=""/>
        <dsp:cNvSpPr/>
      </dsp:nvSpPr>
      <dsp:spPr>
        <a:xfrm>
          <a:off x="3733364" y="3132522"/>
          <a:ext cx="3733364" cy="69808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17780" rIns="99568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it-IT" sz="1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Training Set</a:t>
          </a:r>
          <a:r>
            <a:rPr lang="it-IT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(per istruire il modello) 80%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it-IT" sz="1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Test Set</a:t>
          </a:r>
          <a:r>
            <a:rPr lang="it-IT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(verifica se ha imparato bene) 20%</a:t>
          </a:r>
        </a:p>
      </dsp:txBody>
      <dsp:txXfrm>
        <a:off x="3733364" y="3132522"/>
        <a:ext cx="3733364" cy="698081"/>
      </dsp:txXfrm>
    </dsp:sp>
    <dsp:sp modelId="{4F6155EE-289F-4038-8B02-98F2ADFCA1CF}">
      <dsp:nvSpPr>
        <dsp:cNvPr id="0" name=""/>
        <dsp:cNvSpPr/>
      </dsp:nvSpPr>
      <dsp:spPr>
        <a:xfrm rot="10800000">
          <a:off x="0" y="1086"/>
          <a:ext cx="7466728" cy="2334719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248" tIns="206248" rIns="206248" bIns="206248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Label Encoding</a:t>
          </a:r>
        </a:p>
      </dsp:txBody>
      <dsp:txXfrm rot="-10800000">
        <a:off x="0" y="1086"/>
        <a:ext cx="7466728" cy="819486"/>
      </dsp:txXfrm>
    </dsp:sp>
    <dsp:sp modelId="{B0312C8A-4968-48F4-BEF6-0FD336DE5125}">
      <dsp:nvSpPr>
        <dsp:cNvPr id="0" name=""/>
        <dsp:cNvSpPr/>
      </dsp:nvSpPr>
      <dsp:spPr>
        <a:xfrm>
          <a:off x="0" y="820572"/>
          <a:ext cx="7466728" cy="69808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17780" rIns="99568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Trasformare le classi testuali in numeri 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Dropout, Enroll, Graduate =&gt; (0, 1, 2)</a:t>
          </a:r>
        </a:p>
      </dsp:txBody>
      <dsp:txXfrm>
        <a:off x="0" y="820572"/>
        <a:ext cx="7466728" cy="69808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A1380A-B481-432C-8DB2-1C3CB02C69FB}">
      <dsp:nvSpPr>
        <dsp:cNvPr id="0" name=""/>
        <dsp:cNvSpPr/>
      </dsp:nvSpPr>
      <dsp:spPr>
        <a:xfrm rot="10800000">
          <a:off x="1680444" y="2153"/>
          <a:ext cx="5675376" cy="100372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2617" tIns="182880" rIns="341376" bIns="18288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4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Missing Values</a:t>
          </a:r>
        </a:p>
      </dsp:txBody>
      <dsp:txXfrm rot="10800000">
        <a:off x="1931376" y="2153"/>
        <a:ext cx="5424444" cy="1003729"/>
      </dsp:txXfrm>
    </dsp:sp>
    <dsp:sp modelId="{B9A6E7C3-4496-4C21-96FD-0843B872F2B5}">
      <dsp:nvSpPr>
        <dsp:cNvPr id="0" name=""/>
        <dsp:cNvSpPr/>
      </dsp:nvSpPr>
      <dsp:spPr>
        <a:xfrm>
          <a:off x="1178579" y="2153"/>
          <a:ext cx="1003729" cy="1003729"/>
        </a:xfrm>
        <a:prstGeom prst="ellipse">
          <a:avLst/>
        </a:prstGeom>
        <a:blipFill>
          <a:blip xmlns:r="http://schemas.openxmlformats.org/officeDocument/2006/relationships" r:embed="rId1"/>
          <a:srcRect/>
          <a:stretch>
            <a:fillRect l="-39000" r="-39000"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4F0D32-7952-4EA9-A288-50F3061B5C8B}">
      <dsp:nvSpPr>
        <dsp:cNvPr id="0" name=""/>
        <dsp:cNvSpPr/>
      </dsp:nvSpPr>
      <dsp:spPr>
        <a:xfrm rot="10800000">
          <a:off x="1680444" y="1305504"/>
          <a:ext cx="5675376" cy="100372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2617" tIns="182880" rIns="341376" bIns="18288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4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Outliers</a:t>
          </a:r>
        </a:p>
      </dsp:txBody>
      <dsp:txXfrm rot="10800000">
        <a:off x="1931376" y="1305504"/>
        <a:ext cx="5424444" cy="1003729"/>
      </dsp:txXfrm>
    </dsp:sp>
    <dsp:sp modelId="{DFBFDBEF-8BAD-45D6-BF66-73747C3187CC}">
      <dsp:nvSpPr>
        <dsp:cNvPr id="0" name=""/>
        <dsp:cNvSpPr/>
      </dsp:nvSpPr>
      <dsp:spPr>
        <a:xfrm>
          <a:off x="1178579" y="1305504"/>
          <a:ext cx="1003729" cy="1003729"/>
        </a:xfrm>
        <a:prstGeom prst="ellipse">
          <a:avLst/>
        </a:prstGeom>
        <a:blipFill>
          <a:blip xmlns:r="http://schemas.openxmlformats.org/officeDocument/2006/relationships" r:embed="rId2"/>
          <a:srcRect/>
          <a:stretch>
            <a:fillRect l="-29000" r="-29000"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1A582D-4F76-4C32-8030-D414C36FC4B3}">
      <dsp:nvSpPr>
        <dsp:cNvPr id="0" name=""/>
        <dsp:cNvSpPr/>
      </dsp:nvSpPr>
      <dsp:spPr>
        <a:xfrm rot="10800000">
          <a:off x="1680444" y="2608854"/>
          <a:ext cx="5675376" cy="100372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2617" tIns="182880" rIns="341376" bIns="18288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4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Dati Sbilanciati</a:t>
          </a:r>
        </a:p>
      </dsp:txBody>
      <dsp:txXfrm rot="10800000">
        <a:off x="1931376" y="2608854"/>
        <a:ext cx="5424444" cy="1003729"/>
      </dsp:txXfrm>
    </dsp:sp>
    <dsp:sp modelId="{5B8F72D5-96C9-4AEA-9265-28B9788A1A9D}">
      <dsp:nvSpPr>
        <dsp:cNvPr id="0" name=""/>
        <dsp:cNvSpPr/>
      </dsp:nvSpPr>
      <dsp:spPr>
        <a:xfrm>
          <a:off x="1178579" y="2608854"/>
          <a:ext cx="1003729" cy="1003729"/>
        </a:xfrm>
        <a:prstGeom prst="ellipse">
          <a:avLst/>
        </a:prstGeom>
        <a:blipFill>
          <a:blip xmlns:r="http://schemas.openxmlformats.org/officeDocument/2006/relationships" r:embed="rId3"/>
          <a:srcRect/>
          <a:stretch>
            <a:fillRect l="-25000" r="-25000"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31E915-DF55-460A-B3D9-3963541527BA}">
      <dsp:nvSpPr>
        <dsp:cNvPr id="0" name=""/>
        <dsp:cNvSpPr/>
      </dsp:nvSpPr>
      <dsp:spPr>
        <a:xfrm>
          <a:off x="0" y="387001"/>
          <a:ext cx="7388071" cy="7512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3396" tIns="374904" rIns="573396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Gestisce bene la natura multiclasse del problema</a:t>
          </a:r>
        </a:p>
      </dsp:txBody>
      <dsp:txXfrm>
        <a:off x="0" y="387001"/>
        <a:ext cx="7388071" cy="751275"/>
      </dsp:txXfrm>
    </dsp:sp>
    <dsp:sp modelId="{737283A5-671D-4141-86F0-6F3ACAA13396}">
      <dsp:nvSpPr>
        <dsp:cNvPr id="0" name=""/>
        <dsp:cNvSpPr/>
      </dsp:nvSpPr>
      <dsp:spPr>
        <a:xfrm>
          <a:off x="369403" y="121321"/>
          <a:ext cx="5171649" cy="53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5476" tIns="0" rIns="195476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Robustezza</a:t>
          </a:r>
        </a:p>
      </dsp:txBody>
      <dsp:txXfrm>
        <a:off x="395342" y="147260"/>
        <a:ext cx="5119771" cy="479482"/>
      </dsp:txXfrm>
    </dsp:sp>
    <dsp:sp modelId="{59A718C5-DF57-4979-87DB-62F32E329F27}">
      <dsp:nvSpPr>
        <dsp:cNvPr id="0" name=""/>
        <dsp:cNvSpPr/>
      </dsp:nvSpPr>
      <dsp:spPr>
        <a:xfrm>
          <a:off x="0" y="1501156"/>
          <a:ext cx="7388071" cy="9922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3396" tIns="374904" rIns="573396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Permette di estrarre la "Feature Importance" (capire quali sono i fattori che pesano di più sull'abbandono)</a:t>
          </a:r>
        </a:p>
      </dsp:txBody>
      <dsp:txXfrm>
        <a:off x="0" y="1501156"/>
        <a:ext cx="7388071" cy="992250"/>
      </dsp:txXfrm>
    </dsp:sp>
    <dsp:sp modelId="{0B81288D-35F4-4BDF-9042-F534C1E0E004}">
      <dsp:nvSpPr>
        <dsp:cNvPr id="0" name=""/>
        <dsp:cNvSpPr/>
      </dsp:nvSpPr>
      <dsp:spPr>
        <a:xfrm>
          <a:off x="369403" y="1235476"/>
          <a:ext cx="5171649" cy="53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5476" tIns="0" rIns="195476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Interpretabilità</a:t>
          </a:r>
        </a:p>
      </dsp:txBody>
      <dsp:txXfrm>
        <a:off x="395342" y="1261415"/>
        <a:ext cx="5119771" cy="479482"/>
      </dsp:txXfrm>
    </dsp:sp>
    <dsp:sp modelId="{3CEE0966-7262-497B-A3D2-A5737BBD2FB9}">
      <dsp:nvSpPr>
        <dsp:cNvPr id="0" name=""/>
        <dsp:cNvSpPr/>
      </dsp:nvSpPr>
      <dsp:spPr>
        <a:xfrm>
          <a:off x="0" y="2856287"/>
          <a:ext cx="7388071" cy="7512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3396" tIns="374904" rIns="573396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Riduce il rischio di overfitting rispetto a un singolo Decision Tree</a:t>
          </a:r>
        </a:p>
      </dsp:txBody>
      <dsp:txXfrm>
        <a:off x="0" y="2856287"/>
        <a:ext cx="7388071" cy="751275"/>
      </dsp:txXfrm>
    </dsp:sp>
    <dsp:sp modelId="{C84E4464-0A74-4A1E-999C-D0A11FD95188}">
      <dsp:nvSpPr>
        <dsp:cNvPr id="0" name=""/>
        <dsp:cNvSpPr/>
      </dsp:nvSpPr>
      <dsp:spPr>
        <a:xfrm>
          <a:off x="369403" y="2590607"/>
          <a:ext cx="5171649" cy="53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5476" tIns="0" rIns="195476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Ensemble Learning</a:t>
          </a:r>
        </a:p>
      </dsp:txBody>
      <dsp:txXfrm>
        <a:off x="395342" y="2616546"/>
        <a:ext cx="5119771" cy="47948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ABB19A-A3BD-45BD-9C3A-015D54DEA781}">
      <dsp:nvSpPr>
        <dsp:cNvPr id="0" name=""/>
        <dsp:cNvSpPr/>
      </dsp:nvSpPr>
      <dsp:spPr>
        <a:xfrm>
          <a:off x="5343" y="915836"/>
          <a:ext cx="2429679" cy="6480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5715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K-Fold Cross Validation</a:t>
          </a:r>
        </a:p>
      </dsp:txBody>
      <dsp:txXfrm>
        <a:off x="5343" y="915836"/>
        <a:ext cx="2429679" cy="432000"/>
      </dsp:txXfrm>
    </dsp:sp>
    <dsp:sp modelId="{83D70268-06BE-4ED7-B78D-797254C644A3}">
      <dsp:nvSpPr>
        <dsp:cNvPr id="0" name=""/>
        <dsp:cNvSpPr/>
      </dsp:nvSpPr>
      <dsp:spPr>
        <a:xfrm>
          <a:off x="502988" y="1347836"/>
          <a:ext cx="2429679" cy="191995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it-IT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Riduzione della varianza della stima delle performance e verifica della stabilità del modello su diversi subset di dati</a:t>
          </a:r>
        </a:p>
      </dsp:txBody>
      <dsp:txXfrm>
        <a:off x="559222" y="1404070"/>
        <a:ext cx="2317211" cy="1807485"/>
      </dsp:txXfrm>
    </dsp:sp>
    <dsp:sp modelId="{AF15F89B-5425-444B-9E7A-DACE6A952D07}">
      <dsp:nvSpPr>
        <dsp:cNvPr id="0" name=""/>
        <dsp:cNvSpPr/>
      </dsp:nvSpPr>
      <dsp:spPr>
        <a:xfrm>
          <a:off x="2803354" y="829376"/>
          <a:ext cx="780861" cy="60491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2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803354" y="950360"/>
        <a:ext cx="599385" cy="362951"/>
      </dsp:txXfrm>
    </dsp:sp>
    <dsp:sp modelId="{690142D4-CF9B-4141-83E8-272A8936E9C9}">
      <dsp:nvSpPr>
        <dsp:cNvPr id="0" name=""/>
        <dsp:cNvSpPr/>
      </dsp:nvSpPr>
      <dsp:spPr>
        <a:xfrm>
          <a:off x="3908346" y="915836"/>
          <a:ext cx="2429679" cy="6480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5715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Gestione Sbilanciamento</a:t>
          </a:r>
        </a:p>
      </dsp:txBody>
      <dsp:txXfrm>
        <a:off x="3908346" y="915836"/>
        <a:ext cx="2429679" cy="432000"/>
      </dsp:txXfrm>
    </dsp:sp>
    <dsp:sp modelId="{62D062BD-A9A5-4E4B-A6E4-64A0573173BB}">
      <dsp:nvSpPr>
        <dsp:cNvPr id="0" name=""/>
        <dsp:cNvSpPr/>
      </dsp:nvSpPr>
      <dsp:spPr>
        <a:xfrm>
          <a:off x="4405991" y="1347836"/>
          <a:ext cx="2429679" cy="191995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Impostazione di </a:t>
          </a:r>
          <a:r>
            <a:rPr lang="it-IT" sz="1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class_weight</a:t>
          </a:r>
          <a:r>
            <a:rPr lang="it-IT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='</a:t>
          </a:r>
          <a:r>
            <a:rPr lang="it-IT" sz="1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balanced</a:t>
          </a:r>
          <a:r>
            <a:rPr lang="it-IT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' per penalizzare maggiormente gli errori sulla classe minoritaria (Dropout)</a:t>
          </a:r>
        </a:p>
      </dsp:txBody>
      <dsp:txXfrm>
        <a:off x="4462225" y="1404070"/>
        <a:ext cx="2317211" cy="1807485"/>
      </dsp:txXfrm>
    </dsp:sp>
    <dsp:sp modelId="{A20EE426-AE3E-4E45-BC2C-EBE1D7D536F9}">
      <dsp:nvSpPr>
        <dsp:cNvPr id="0" name=""/>
        <dsp:cNvSpPr/>
      </dsp:nvSpPr>
      <dsp:spPr>
        <a:xfrm>
          <a:off x="6706356" y="829376"/>
          <a:ext cx="780861" cy="60491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2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706356" y="950360"/>
        <a:ext cx="599385" cy="362951"/>
      </dsp:txXfrm>
    </dsp:sp>
    <dsp:sp modelId="{947B298C-1383-4F78-848B-A0C1FA7935B6}">
      <dsp:nvSpPr>
        <dsp:cNvPr id="0" name=""/>
        <dsp:cNvSpPr/>
      </dsp:nvSpPr>
      <dsp:spPr>
        <a:xfrm>
          <a:off x="7811348" y="915836"/>
          <a:ext cx="2429679" cy="6480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5715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K=5</a:t>
          </a:r>
        </a:p>
      </dsp:txBody>
      <dsp:txXfrm>
        <a:off x="7811348" y="915836"/>
        <a:ext cx="2429679" cy="432000"/>
      </dsp:txXfrm>
    </dsp:sp>
    <dsp:sp modelId="{4959C470-DF7D-4BAB-9957-F74DBEEC2A61}">
      <dsp:nvSpPr>
        <dsp:cNvPr id="0" name=""/>
        <dsp:cNvSpPr/>
      </dsp:nvSpPr>
      <dsp:spPr>
        <a:xfrm>
          <a:off x="8308993" y="1347836"/>
          <a:ext cx="2429679" cy="191995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Invece di testare il modello una sola volta, dividiamo il training set in 5 parti. Il modello viene addestrato 5 volte, ogni volta usando una parte diversa come test «temporaneo»</a:t>
          </a:r>
        </a:p>
      </dsp:txBody>
      <dsp:txXfrm>
        <a:off x="8365227" y="1404070"/>
        <a:ext cx="2317211" cy="180748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5CD3F9-E807-4291-A1BD-35C75B88910D}">
      <dsp:nvSpPr>
        <dsp:cNvPr id="0" name=""/>
        <dsp:cNvSpPr/>
      </dsp:nvSpPr>
      <dsp:spPr>
        <a:xfrm>
          <a:off x="0" y="343873"/>
          <a:ext cx="3585316" cy="3585316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9477B0-B689-4D83-955A-920F6A8999BD}">
      <dsp:nvSpPr>
        <dsp:cNvPr id="0" name=""/>
        <dsp:cNvSpPr/>
      </dsp:nvSpPr>
      <dsp:spPr>
        <a:xfrm>
          <a:off x="1792658" y="343873"/>
          <a:ext cx="4182868" cy="3585316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0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Graduate</a:t>
          </a:r>
          <a:r>
            <a:rPr lang="it-IT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369/418: Il modello identifica con successo gli studenti con performance accademiche stabili.</a:t>
          </a:r>
        </a:p>
      </dsp:txBody>
      <dsp:txXfrm>
        <a:off x="1792658" y="343873"/>
        <a:ext cx="4182868" cy="761879"/>
      </dsp:txXfrm>
    </dsp:sp>
    <dsp:sp modelId="{6F396358-F97E-495E-A509-5EDE786A83F8}">
      <dsp:nvSpPr>
        <dsp:cNvPr id="0" name=""/>
        <dsp:cNvSpPr/>
      </dsp:nvSpPr>
      <dsp:spPr>
        <a:xfrm>
          <a:off x="470572" y="1105753"/>
          <a:ext cx="2644170" cy="2644170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4F18CB-096F-422B-A043-D01829C82FEF}">
      <dsp:nvSpPr>
        <dsp:cNvPr id="0" name=""/>
        <dsp:cNvSpPr/>
      </dsp:nvSpPr>
      <dsp:spPr>
        <a:xfrm>
          <a:off x="1792658" y="1105753"/>
          <a:ext cx="4182868" cy="264417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0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Dropout</a:t>
          </a:r>
          <a:r>
            <a:rPr lang="it-IT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225/316: Il modello riesce ad individuare 7 studenti su 10 che stanno per abbandonare.</a:t>
          </a:r>
        </a:p>
      </dsp:txBody>
      <dsp:txXfrm>
        <a:off x="1792658" y="1105753"/>
        <a:ext cx="4182868" cy="761879"/>
      </dsp:txXfrm>
    </dsp:sp>
    <dsp:sp modelId="{C1412120-E9BD-49CF-87C2-7FD756D01303}">
      <dsp:nvSpPr>
        <dsp:cNvPr id="0" name=""/>
        <dsp:cNvSpPr/>
      </dsp:nvSpPr>
      <dsp:spPr>
        <a:xfrm>
          <a:off x="941145" y="1867633"/>
          <a:ext cx="1703025" cy="1703025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7EA093-4802-430B-AB10-8E1F6D573747}">
      <dsp:nvSpPr>
        <dsp:cNvPr id="0" name=""/>
        <dsp:cNvSpPr/>
      </dsp:nvSpPr>
      <dsp:spPr>
        <a:xfrm>
          <a:off x="1792658" y="1867633"/>
          <a:ext cx="4182868" cy="17030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8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Enrolled</a:t>
          </a:r>
          <a:r>
            <a:rPr lang="it-IT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45/151:molti studenti hanno un comportamento accademico simile a chi si laureerà, rendendo difficile la distinzione. </a:t>
          </a:r>
        </a:p>
      </dsp:txBody>
      <dsp:txXfrm>
        <a:off x="1792658" y="1867633"/>
        <a:ext cx="4182868" cy="761879"/>
      </dsp:txXfrm>
    </dsp:sp>
    <dsp:sp modelId="{1948C1BB-DA84-44A1-BFAF-38857A0A34F7}">
      <dsp:nvSpPr>
        <dsp:cNvPr id="0" name=""/>
        <dsp:cNvSpPr/>
      </dsp:nvSpPr>
      <dsp:spPr>
        <a:xfrm>
          <a:off x="1411718" y="2629512"/>
          <a:ext cx="761879" cy="761879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AC4AFC-C582-4E53-83A7-7C2855EA7149}">
      <dsp:nvSpPr>
        <dsp:cNvPr id="0" name=""/>
        <dsp:cNvSpPr/>
      </dsp:nvSpPr>
      <dsp:spPr>
        <a:xfrm>
          <a:off x="1772998" y="2659012"/>
          <a:ext cx="4182868" cy="76187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just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Solo 56 Dropout sono stati scambiati per Graduate (Falsi Negativi pericolosi). La maggior parte degli errori di classificazione avviene verso la classe Enrolled.</a:t>
          </a:r>
        </a:p>
      </dsp:txBody>
      <dsp:txXfrm>
        <a:off x="1772998" y="2659012"/>
        <a:ext cx="4182868" cy="76187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parTx"/>
            <dgm:param type="dstNode" val="parTx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9ED932-982F-47A7-A0F8-8261011C9BE0}" type="datetimeFigureOut">
              <a:rPr lang="it-IT" smtClean="0"/>
              <a:t>25/02/2026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AFD908-B036-4447-9AC4-BC3D35352C2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133215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AFD908-B036-4447-9AC4-BC3D35352C2D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672846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D51B86-5B8C-BE9A-24B9-4DE969F3D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C6252201-A3FA-B6F8-2120-BB16DE7D10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2DD7A80D-2013-C03E-4B37-E1E5437DFA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FDB322E-802E-30C0-F1E9-921B8A5881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AFD908-B036-4447-9AC4-BC3D35352C2D}" type="slidenum">
              <a:rPr lang="it-IT" smtClean="0"/>
              <a:t>16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65702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DDE9D-65A1-40DB-AF2B-A341DABD29AD}" type="datetimeFigureOut">
              <a:rPr lang="it-IT" smtClean="0"/>
              <a:t>25/02/2026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C82EA-1403-4E2B-8CCF-80F07847E447}" type="slidenum">
              <a:rPr lang="it-IT" smtClean="0"/>
              <a:t>‹N›</a:t>
            </a:fld>
            <a:endParaRPr lang="it-IT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91553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DDE9D-65A1-40DB-AF2B-A341DABD29AD}" type="datetimeFigureOut">
              <a:rPr lang="it-IT" smtClean="0"/>
              <a:t>25/02/2026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C82EA-1403-4E2B-8CCF-80F07847E44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59225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DDE9D-65A1-40DB-AF2B-A341DABD29AD}" type="datetimeFigureOut">
              <a:rPr lang="it-IT" smtClean="0"/>
              <a:t>25/02/2026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C82EA-1403-4E2B-8CCF-80F07847E44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73926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DDE9D-65A1-40DB-AF2B-A341DABD29AD}" type="datetimeFigureOut">
              <a:rPr lang="it-IT" smtClean="0"/>
              <a:t>25/02/2026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C82EA-1403-4E2B-8CCF-80F07847E44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808199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DDE9D-65A1-40DB-AF2B-A341DABD29AD}" type="datetimeFigureOut">
              <a:rPr lang="it-IT" smtClean="0"/>
              <a:t>25/02/2026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C82EA-1403-4E2B-8CCF-80F07847E44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05142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DDE9D-65A1-40DB-AF2B-A341DABD29AD}" type="datetimeFigureOut">
              <a:rPr lang="it-IT" smtClean="0"/>
              <a:t>25/02/2026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C82EA-1403-4E2B-8CCF-80F07847E44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973987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DDE9D-65A1-40DB-AF2B-A341DABD29AD}" type="datetimeFigureOut">
              <a:rPr lang="it-IT" smtClean="0"/>
              <a:t>25/02/2026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C82EA-1403-4E2B-8CCF-80F07847E44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795754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DDE9D-65A1-40DB-AF2B-A341DABD29AD}" type="datetimeFigureOut">
              <a:rPr lang="it-IT" smtClean="0"/>
              <a:t>25/02/2026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C82EA-1403-4E2B-8CCF-80F07847E44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281783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DDE9D-65A1-40DB-AF2B-A341DABD29AD}" type="datetimeFigureOut">
              <a:rPr lang="it-IT" smtClean="0"/>
              <a:t>25/02/2026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C82EA-1403-4E2B-8CCF-80F07847E44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823679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magine panoramica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DDE9D-65A1-40DB-AF2B-A341DABD29AD}" type="datetimeFigureOut">
              <a:rPr lang="it-IT" smtClean="0"/>
              <a:t>25/02/2026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C82EA-1403-4E2B-8CCF-80F07847E44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813421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sotto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DDE9D-65A1-40DB-AF2B-A341DABD29AD}" type="datetimeFigureOut">
              <a:rPr lang="it-IT" smtClean="0"/>
              <a:t>25/02/2026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C82EA-1403-4E2B-8CCF-80F07847E44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74310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zio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DDE9D-65A1-40DB-AF2B-A341DABD29AD}" type="datetimeFigureOut">
              <a:rPr lang="it-IT" smtClean="0"/>
              <a:t>25/02/2026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C82EA-1403-4E2B-8CCF-80F07847E447}" type="slidenum">
              <a:rPr lang="it-IT" smtClean="0"/>
              <a:t>‹N›</a:t>
            </a:fld>
            <a:endParaRPr lang="it-IT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140974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DDE9D-65A1-40DB-AF2B-A341DABD29AD}" type="datetimeFigureOut">
              <a:rPr lang="it-IT" smtClean="0"/>
              <a:t>25/02/2026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C82EA-1403-4E2B-8CCF-80F07847E44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436827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 cita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it-IT"/>
              <a:t>Fare clic per modificare gli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DDE9D-65A1-40DB-AF2B-A341DABD29AD}" type="datetimeFigureOut">
              <a:rPr lang="it-IT" smtClean="0"/>
              <a:t>25/02/2026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C82EA-1403-4E2B-8CCF-80F07847E447}" type="slidenum">
              <a:rPr lang="it-IT" smtClean="0"/>
              <a:t>‹N›</a:t>
            </a:fld>
            <a:endParaRPr lang="it-IT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444759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it-IT"/>
              <a:t>Fare clic per modificare gli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DDE9D-65A1-40DB-AF2B-A341DABD29AD}" type="datetimeFigureOut">
              <a:rPr lang="it-IT" smtClean="0"/>
              <a:t>25/02/2026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C82EA-1403-4E2B-8CCF-80F07847E44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034505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DDE9D-65A1-40DB-AF2B-A341DABD29AD}" type="datetimeFigureOut">
              <a:rPr lang="it-IT" smtClean="0"/>
              <a:t>25/02/2026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C82EA-1403-4E2B-8CCF-80F07847E44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901153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DDE9D-65A1-40DB-AF2B-A341DABD29AD}" type="datetimeFigureOut">
              <a:rPr lang="it-IT" smtClean="0"/>
              <a:t>25/02/2026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C82EA-1403-4E2B-8CCF-80F07847E44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971628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5000">
              <a:schemeClr val="bg2">
                <a:tint val="97000"/>
                <a:hueMod val="92000"/>
                <a:satMod val="169000"/>
                <a:lumMod val="164000"/>
              </a:schemeClr>
            </a:gs>
            <a:gs pos="83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A99DDE9D-65A1-40DB-AF2B-A341DABD29AD}" type="datetimeFigureOut">
              <a:rPr lang="it-IT" smtClean="0"/>
              <a:t>25/02/2026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325C82EA-1403-4E2B-8CCF-80F07847E44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1723114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towardsdatascience.com/missing-value-handling-missing-data-types-a89c0d81a5bb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Relationship Id="rId5" Type="http://schemas.openxmlformats.org/officeDocument/2006/relationships/hyperlink" Target="https://ilmudatapy.com/menangani-missing-values/" TargetMode="Externa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certisured.com/blogs/identify-outliers-using-python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exsoftsys.com/articles/what-is-imbalanced-data.html" TargetMode="Externa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frontiersin.org/articles/10.3389/fnagi.2017.00329/full" TargetMode="External"/><Relationship Id="rId3" Type="http://schemas.openxmlformats.org/officeDocument/2006/relationships/diagramLayout" Target="../diagrams/layout4.xml"/><Relationship Id="rId7" Type="http://schemas.openxmlformats.org/officeDocument/2006/relationships/image" Target="../media/image12.jp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hyperlink" Target="https://www.thesecuritybuddy.com/ai-ml-dl/page/7/" TargetMode="External"/><Relationship Id="rId7" Type="http://schemas.openxmlformats.org/officeDocument/2006/relationships/diagramColors" Target="../diagrams/colors5.xml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3AEDF21-98CD-399C-B362-CC66DBE33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7956" y="3429000"/>
            <a:ext cx="8556087" cy="1507067"/>
          </a:xfrm>
        </p:spPr>
        <p:txBody>
          <a:bodyPr>
            <a:normAutofit/>
          </a:bodyPr>
          <a:lstStyle/>
          <a:p>
            <a:pPr algn="ctr"/>
            <a:r>
              <a:rPr lang="it-IT" sz="4000" dirty="0">
                <a:latin typeface="Algerian" panose="04020705040A02060702" pitchFamily="82" charset="0"/>
              </a:rPr>
              <a:t>Progetto Machine Learning</a:t>
            </a:r>
          </a:p>
        </p:txBody>
      </p:sp>
      <p:pic>
        <p:nvPicPr>
          <p:cNvPr id="4" name="Segnaposto contenuto 3">
            <a:extLst>
              <a:ext uri="{FF2B5EF4-FFF2-40B4-BE49-F238E27FC236}">
                <a16:creationId xmlns:a16="http://schemas.microsoft.com/office/drawing/2014/main" id="{050321BB-5BCC-D567-9268-C10D83833A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962659" y="1159213"/>
            <a:ext cx="2266682" cy="2269787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47137296-B658-094C-9CD9-4F77774F1BB6}"/>
              </a:ext>
            </a:extLst>
          </p:cNvPr>
          <p:cNvSpPr txBox="1"/>
          <p:nvPr/>
        </p:nvSpPr>
        <p:spPr>
          <a:xfrm>
            <a:off x="3097160" y="4803954"/>
            <a:ext cx="59976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3° Anno Informatica UNISA A.A. 2025/2026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0742A0BA-FF77-E1F0-E9DF-D5399CF6705F}"/>
              </a:ext>
            </a:extLst>
          </p:cNvPr>
          <p:cNvSpPr txBox="1"/>
          <p:nvPr/>
        </p:nvSpPr>
        <p:spPr>
          <a:xfrm>
            <a:off x="2564988" y="4377568"/>
            <a:ext cx="70620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Saggese Tozzi Angelo Vito  Matricola: 0512120249</a:t>
            </a:r>
          </a:p>
        </p:txBody>
      </p:sp>
    </p:spTree>
    <p:extLst>
      <p:ext uri="{BB962C8B-B14F-4D97-AF65-F5344CB8AC3E}">
        <p14:creationId xmlns:p14="http://schemas.microsoft.com/office/powerpoint/2010/main" val="27401746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0AC5EAB-F5DD-8AC8-2E30-CEC472F09F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316" y="465939"/>
            <a:ext cx="11877368" cy="1507067"/>
          </a:xfrm>
        </p:spPr>
        <p:txBody>
          <a:bodyPr>
            <a:normAutofit/>
          </a:bodyPr>
          <a:lstStyle/>
          <a:p>
            <a:pPr algn="ctr"/>
            <a:r>
              <a:rPr lang="it-IT" dirty="0">
                <a:latin typeface="Algerian" panose="04020705040A02060702" pitchFamily="82" charset="0"/>
              </a:rPr>
              <a:t>Analisi e Predizione del Successo Accademico: Machine Learning</a:t>
            </a:r>
          </a:p>
        </p:txBody>
      </p:sp>
      <p:graphicFrame>
        <p:nvGraphicFramePr>
          <p:cNvPr id="4" name="Segnaposto contenuto 3">
            <a:extLst>
              <a:ext uri="{FF2B5EF4-FFF2-40B4-BE49-F238E27FC236}">
                <a16:creationId xmlns:a16="http://schemas.microsoft.com/office/drawing/2014/main" id="{41255682-1725-0151-4609-04E6E3EF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16797218"/>
              </p:ext>
            </p:extLst>
          </p:nvPr>
        </p:nvGraphicFramePr>
        <p:xfrm>
          <a:off x="797642" y="1973006"/>
          <a:ext cx="10596716" cy="43458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7954313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igura a mano libera 127" descr="Struttura del monitor del computer">
            <a:extLst>
              <a:ext uri="{FF2B5EF4-FFF2-40B4-BE49-F238E27FC236}">
                <a16:creationId xmlns:a16="http://schemas.microsoft.com/office/drawing/2014/main" id="{B8C2F2E7-E458-9151-266D-18FDBF3229EA}"/>
              </a:ext>
            </a:extLst>
          </p:cNvPr>
          <p:cNvSpPr>
            <a:spLocks noChangeAspect="1"/>
          </p:cNvSpPr>
          <p:nvPr/>
        </p:nvSpPr>
        <p:spPr bwMode="black">
          <a:xfrm>
            <a:off x="347491" y="3199527"/>
            <a:ext cx="2326273" cy="1830769"/>
          </a:xfrm>
          <a:custGeom>
            <a:avLst/>
            <a:gdLst>
              <a:gd name="connsiteX0" fmla="*/ 427036 w 1971675"/>
              <a:gd name="connsiteY0" fmla="*/ 1374775 h 1409700"/>
              <a:gd name="connsiteX1" fmla="*/ 1544636 w 1971675"/>
              <a:gd name="connsiteY1" fmla="*/ 1374775 h 1409700"/>
              <a:gd name="connsiteX2" fmla="*/ 1544636 w 1971675"/>
              <a:gd name="connsiteY2" fmla="*/ 1409700 h 1409700"/>
              <a:gd name="connsiteX3" fmla="*/ 427036 w 1971675"/>
              <a:gd name="connsiteY3" fmla="*/ 1409700 h 1409700"/>
              <a:gd name="connsiteX4" fmla="*/ 104775 w 1971675"/>
              <a:gd name="connsiteY4" fmla="*/ 104775 h 1409700"/>
              <a:gd name="connsiteX5" fmla="*/ 104775 w 1971675"/>
              <a:gd name="connsiteY5" fmla="*/ 1028700 h 1409700"/>
              <a:gd name="connsiteX6" fmla="*/ 761999 w 1971675"/>
              <a:gd name="connsiteY6" fmla="*/ 1028700 h 1409700"/>
              <a:gd name="connsiteX7" fmla="*/ 1198562 w 1971675"/>
              <a:gd name="connsiteY7" fmla="*/ 1028700 h 1409700"/>
              <a:gd name="connsiteX8" fmla="*/ 1879600 w 1971675"/>
              <a:gd name="connsiteY8" fmla="*/ 1028700 h 1409700"/>
              <a:gd name="connsiteX9" fmla="*/ 1879600 w 1971675"/>
              <a:gd name="connsiteY9" fmla="*/ 104775 h 1409700"/>
              <a:gd name="connsiteX10" fmla="*/ 985837 w 1971675"/>
              <a:gd name="connsiteY10" fmla="*/ 23812 h 1409700"/>
              <a:gd name="connsiteX11" fmla="*/ 957262 w 1971675"/>
              <a:gd name="connsiteY11" fmla="*/ 46831 h 1409700"/>
              <a:gd name="connsiteX12" fmla="*/ 985837 w 1971675"/>
              <a:gd name="connsiteY12" fmla="*/ 69850 h 1409700"/>
              <a:gd name="connsiteX13" fmla="*/ 1014412 w 1971675"/>
              <a:gd name="connsiteY13" fmla="*/ 46831 h 1409700"/>
              <a:gd name="connsiteX14" fmla="*/ 985837 w 1971675"/>
              <a:gd name="connsiteY14" fmla="*/ 23812 h 1409700"/>
              <a:gd name="connsiteX15" fmla="*/ 103772 w 1971675"/>
              <a:gd name="connsiteY15" fmla="*/ 0 h 1409700"/>
              <a:gd name="connsiteX16" fmla="*/ 1856372 w 1971675"/>
              <a:gd name="connsiteY16" fmla="*/ 0 h 1409700"/>
              <a:gd name="connsiteX17" fmla="*/ 1971675 w 1971675"/>
              <a:gd name="connsiteY17" fmla="*/ 103909 h 1409700"/>
              <a:gd name="connsiteX18" fmla="*/ 1971675 w 1971675"/>
              <a:gd name="connsiteY18" fmla="*/ 1027546 h 1409700"/>
              <a:gd name="connsiteX19" fmla="*/ 1856372 w 1971675"/>
              <a:gd name="connsiteY19" fmla="*/ 1143000 h 1409700"/>
              <a:gd name="connsiteX20" fmla="*/ 1277877 w 1971675"/>
              <a:gd name="connsiteY20" fmla="*/ 1143000 h 1409700"/>
              <a:gd name="connsiteX21" fmla="*/ 1198562 w 1971675"/>
              <a:gd name="connsiteY21" fmla="*/ 1143000 h 1409700"/>
              <a:gd name="connsiteX22" fmla="*/ 1198562 w 1971675"/>
              <a:gd name="connsiteY22" fmla="*/ 1212850 h 1409700"/>
              <a:gd name="connsiteX23" fmla="*/ 1198562 w 1971675"/>
              <a:gd name="connsiteY23" fmla="*/ 1258887 h 1409700"/>
              <a:gd name="connsiteX24" fmla="*/ 1452561 w 1971675"/>
              <a:gd name="connsiteY24" fmla="*/ 1258887 h 1409700"/>
              <a:gd name="connsiteX25" fmla="*/ 1544636 w 1971675"/>
              <a:gd name="connsiteY25" fmla="*/ 1374774 h 1409700"/>
              <a:gd name="connsiteX26" fmla="*/ 427036 w 1971675"/>
              <a:gd name="connsiteY26" fmla="*/ 1374774 h 1409700"/>
              <a:gd name="connsiteX27" fmla="*/ 519111 w 1971675"/>
              <a:gd name="connsiteY27" fmla="*/ 1258887 h 1409700"/>
              <a:gd name="connsiteX28" fmla="*/ 761999 w 1971675"/>
              <a:gd name="connsiteY28" fmla="*/ 1258887 h 1409700"/>
              <a:gd name="connsiteX29" fmla="*/ 761999 w 1971675"/>
              <a:gd name="connsiteY29" fmla="*/ 1212850 h 1409700"/>
              <a:gd name="connsiteX30" fmla="*/ 761999 w 1971675"/>
              <a:gd name="connsiteY30" fmla="*/ 1143000 h 1409700"/>
              <a:gd name="connsiteX31" fmla="*/ 673281 w 1971675"/>
              <a:gd name="connsiteY31" fmla="*/ 1143000 h 1409700"/>
              <a:gd name="connsiteX32" fmla="*/ 103772 w 1971675"/>
              <a:gd name="connsiteY32" fmla="*/ 1143000 h 1409700"/>
              <a:gd name="connsiteX33" fmla="*/ 0 w 1971675"/>
              <a:gd name="connsiteY33" fmla="*/ 1027546 h 1409700"/>
              <a:gd name="connsiteX34" fmla="*/ 0 w 1971675"/>
              <a:gd name="connsiteY34" fmla="*/ 103909 h 1409700"/>
              <a:gd name="connsiteX35" fmla="*/ 103772 w 1971675"/>
              <a:gd name="connsiteY35" fmla="*/ 0 h 1409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971675" h="1409700">
                <a:moveTo>
                  <a:pt x="427036" y="1374775"/>
                </a:moveTo>
                <a:lnTo>
                  <a:pt x="1544636" y="1374775"/>
                </a:lnTo>
                <a:lnTo>
                  <a:pt x="1544636" y="1409700"/>
                </a:lnTo>
                <a:lnTo>
                  <a:pt x="427036" y="1409700"/>
                </a:lnTo>
                <a:close/>
                <a:moveTo>
                  <a:pt x="104775" y="104775"/>
                </a:moveTo>
                <a:lnTo>
                  <a:pt x="104775" y="1028700"/>
                </a:lnTo>
                <a:lnTo>
                  <a:pt x="761999" y="1028700"/>
                </a:lnTo>
                <a:lnTo>
                  <a:pt x="1198562" y="1028700"/>
                </a:lnTo>
                <a:lnTo>
                  <a:pt x="1879600" y="1028700"/>
                </a:lnTo>
                <a:lnTo>
                  <a:pt x="1879600" y="104775"/>
                </a:lnTo>
                <a:close/>
                <a:moveTo>
                  <a:pt x="985837" y="23812"/>
                </a:moveTo>
                <a:cubicBezTo>
                  <a:pt x="970055" y="23812"/>
                  <a:pt x="957262" y="34118"/>
                  <a:pt x="957262" y="46831"/>
                </a:cubicBezTo>
                <a:cubicBezTo>
                  <a:pt x="957262" y="59544"/>
                  <a:pt x="970055" y="69850"/>
                  <a:pt x="985837" y="69850"/>
                </a:cubicBezTo>
                <a:cubicBezTo>
                  <a:pt x="1001619" y="69850"/>
                  <a:pt x="1014412" y="59544"/>
                  <a:pt x="1014412" y="46831"/>
                </a:cubicBezTo>
                <a:cubicBezTo>
                  <a:pt x="1014412" y="34118"/>
                  <a:pt x="1001619" y="23812"/>
                  <a:pt x="985837" y="23812"/>
                </a:cubicBezTo>
                <a:close/>
                <a:moveTo>
                  <a:pt x="103772" y="0"/>
                </a:moveTo>
                <a:cubicBezTo>
                  <a:pt x="1856372" y="0"/>
                  <a:pt x="1856372" y="0"/>
                  <a:pt x="1856372" y="0"/>
                </a:cubicBezTo>
                <a:cubicBezTo>
                  <a:pt x="1925554" y="0"/>
                  <a:pt x="1971675" y="46182"/>
                  <a:pt x="1971675" y="103909"/>
                </a:cubicBezTo>
                <a:lnTo>
                  <a:pt x="1971675" y="1027546"/>
                </a:lnTo>
                <a:cubicBezTo>
                  <a:pt x="1971675" y="1085273"/>
                  <a:pt x="1925554" y="1143000"/>
                  <a:pt x="1856372" y="1143000"/>
                </a:cubicBezTo>
                <a:cubicBezTo>
                  <a:pt x="1637297" y="1143000"/>
                  <a:pt x="1445606" y="1143000"/>
                  <a:pt x="1277877" y="1143000"/>
                </a:cubicBezTo>
                <a:lnTo>
                  <a:pt x="1198562" y="1143000"/>
                </a:lnTo>
                <a:lnTo>
                  <a:pt x="1198562" y="1212850"/>
                </a:lnTo>
                <a:lnTo>
                  <a:pt x="1198562" y="1258887"/>
                </a:lnTo>
                <a:lnTo>
                  <a:pt x="1452561" y="1258887"/>
                </a:lnTo>
                <a:lnTo>
                  <a:pt x="1544636" y="1374774"/>
                </a:lnTo>
                <a:lnTo>
                  <a:pt x="427036" y="1374774"/>
                </a:lnTo>
                <a:lnTo>
                  <a:pt x="519111" y="1258887"/>
                </a:lnTo>
                <a:lnTo>
                  <a:pt x="761999" y="1258887"/>
                </a:lnTo>
                <a:lnTo>
                  <a:pt x="761999" y="1212850"/>
                </a:lnTo>
                <a:lnTo>
                  <a:pt x="761999" y="1143000"/>
                </a:lnTo>
                <a:lnTo>
                  <a:pt x="673281" y="1143000"/>
                </a:lnTo>
                <a:cubicBezTo>
                  <a:pt x="103772" y="1143000"/>
                  <a:pt x="103772" y="1143000"/>
                  <a:pt x="103772" y="1143000"/>
                </a:cubicBezTo>
                <a:cubicBezTo>
                  <a:pt x="46121" y="1143000"/>
                  <a:pt x="0" y="1085273"/>
                  <a:pt x="0" y="1027546"/>
                </a:cubicBezTo>
                <a:cubicBezTo>
                  <a:pt x="0" y="103909"/>
                  <a:pt x="0" y="103909"/>
                  <a:pt x="0" y="103909"/>
                </a:cubicBezTo>
                <a:cubicBezTo>
                  <a:pt x="0" y="46182"/>
                  <a:pt x="46121" y="0"/>
                  <a:pt x="103772" y="0"/>
                </a:cubicBezTo>
                <a:close/>
              </a:path>
            </a:pathLst>
          </a:custGeom>
          <a:solidFill>
            <a:srgbClr val="D9D9D9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it-IT" sz="24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Casella di testo 1">
            <a:extLst>
              <a:ext uri="{FF2B5EF4-FFF2-40B4-BE49-F238E27FC236}">
                <a16:creationId xmlns:a16="http://schemas.microsoft.com/office/drawing/2014/main" id="{19E0EDFE-0084-455D-BAA3-1B9D3E9E509A}"/>
              </a:ext>
            </a:extLst>
          </p:cNvPr>
          <p:cNvSpPr txBox="1"/>
          <p:nvPr/>
        </p:nvSpPr>
        <p:spPr>
          <a:xfrm>
            <a:off x="450018" y="657829"/>
            <a:ext cx="10983462" cy="5109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85000"/>
              </a:lnSpc>
              <a:defRPr/>
            </a:pPr>
            <a:r>
              <a:rPr lang="en-US" sz="3200" dirty="0">
                <a:latin typeface="Algerian" panose="04020705040A02060702" pitchFamily="82" charset="0"/>
              </a:rPr>
              <a:t>Predict Students' Dropout and Academic Success</a:t>
            </a:r>
            <a:endParaRPr lang="it-IT" sz="3200" b="1" i="0" u="none" strike="noStrike" kern="1200" cap="none" spc="-20" normalizeH="0" dirty="0">
              <a:ln>
                <a:noFill/>
              </a:ln>
              <a:effectLst/>
              <a:uLnTx/>
              <a:uFillTx/>
              <a:latin typeface="Algerian" panose="04020705040A02060702" pitchFamily="82" charset="0"/>
            </a:endParaRPr>
          </a:p>
        </p:txBody>
      </p:sp>
      <p:grpSp>
        <p:nvGrpSpPr>
          <p:cNvPr id="6" name="Gruppo 5">
            <a:extLst>
              <a:ext uri="{FF2B5EF4-FFF2-40B4-BE49-F238E27FC236}">
                <a16:creationId xmlns:a16="http://schemas.microsoft.com/office/drawing/2014/main" id="{48DF28D6-D3B5-4A91-AD7E-E83BCE789780}"/>
              </a:ext>
            </a:extLst>
          </p:cNvPr>
          <p:cNvGrpSpPr/>
          <p:nvPr/>
        </p:nvGrpSpPr>
        <p:grpSpPr>
          <a:xfrm>
            <a:off x="8516037" y="3429000"/>
            <a:ext cx="3411506" cy="657297"/>
            <a:chOff x="4945154" y="2949891"/>
            <a:chExt cx="3411506" cy="657297"/>
          </a:xfrm>
        </p:grpSpPr>
        <p:sp>
          <p:nvSpPr>
            <p:cNvPr id="7" name="Figura a mano libera: Forma 11">
              <a:extLst>
                <a:ext uri="{FF2B5EF4-FFF2-40B4-BE49-F238E27FC236}">
                  <a16:creationId xmlns:a16="http://schemas.microsoft.com/office/drawing/2014/main" id="{D44F843B-4ADE-1FC9-E3A2-3374784E587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2336" y="2949891"/>
              <a:ext cx="295734" cy="657297"/>
            </a:xfrm>
            <a:custGeom>
              <a:avLst/>
              <a:gdLst>
                <a:gd name="connsiteX0" fmla="*/ 330610 w 1279418"/>
                <a:gd name="connsiteY0" fmla="*/ 630871 h 2843630"/>
                <a:gd name="connsiteX1" fmla="*/ 950643 w 1279418"/>
                <a:gd name="connsiteY1" fmla="*/ 630871 h 2843630"/>
                <a:gd name="connsiteX2" fmla="*/ 1115094 w 1279418"/>
                <a:gd name="connsiteY2" fmla="*/ 739877 h 2843630"/>
                <a:gd name="connsiteX3" fmla="*/ 1118085 w 1279418"/>
                <a:gd name="connsiteY3" fmla="*/ 754690 h 2843630"/>
                <a:gd name="connsiteX4" fmla="*/ 1127860 w 1279418"/>
                <a:gd name="connsiteY4" fmla="*/ 779369 h 2843630"/>
                <a:gd name="connsiteX5" fmla="*/ 1277697 w 1279418"/>
                <a:gd name="connsiteY5" fmla="*/ 1612696 h 2843630"/>
                <a:gd name="connsiteX6" fmla="*/ 1190578 w 1279418"/>
                <a:gd name="connsiteY6" fmla="*/ 1738012 h 2843630"/>
                <a:gd name="connsiteX7" fmla="*/ 1065262 w 1279418"/>
                <a:gd name="connsiteY7" fmla="*/ 1650893 h 2843630"/>
                <a:gd name="connsiteX8" fmla="*/ 946038 w 1279418"/>
                <a:gd name="connsiteY8" fmla="*/ 987825 h 2843630"/>
                <a:gd name="connsiteX9" fmla="*/ 942594 w 1279418"/>
                <a:gd name="connsiteY9" fmla="*/ 987825 h 2843630"/>
                <a:gd name="connsiteX10" fmla="*/ 942594 w 1279418"/>
                <a:gd name="connsiteY10" fmla="*/ 1501242 h 2843630"/>
                <a:gd name="connsiteX11" fmla="*/ 942594 w 1279418"/>
                <a:gd name="connsiteY11" fmla="*/ 1845442 h 2843630"/>
                <a:gd name="connsiteX12" fmla="*/ 942594 w 1279418"/>
                <a:gd name="connsiteY12" fmla="*/ 2722978 h 2843630"/>
                <a:gd name="connsiteX13" fmla="*/ 821942 w 1279418"/>
                <a:gd name="connsiteY13" fmla="*/ 2843630 h 2843630"/>
                <a:gd name="connsiteX14" fmla="*/ 816225 w 1279418"/>
                <a:gd name="connsiteY14" fmla="*/ 2843630 h 2843630"/>
                <a:gd name="connsiteX15" fmla="*/ 695573 w 1279418"/>
                <a:gd name="connsiteY15" fmla="*/ 2722978 h 2843630"/>
                <a:gd name="connsiteX16" fmla="*/ 695573 w 1279418"/>
                <a:gd name="connsiteY16" fmla="*/ 1845442 h 2843630"/>
                <a:gd name="connsiteX17" fmla="*/ 584764 w 1279418"/>
                <a:gd name="connsiteY17" fmla="*/ 1845442 h 2843630"/>
                <a:gd name="connsiteX18" fmla="*/ 584764 w 1279418"/>
                <a:gd name="connsiteY18" fmla="*/ 2722978 h 2843630"/>
                <a:gd name="connsiteX19" fmla="*/ 464112 w 1279418"/>
                <a:gd name="connsiteY19" fmla="*/ 2843630 h 2843630"/>
                <a:gd name="connsiteX20" fmla="*/ 458395 w 1279418"/>
                <a:gd name="connsiteY20" fmla="*/ 2843630 h 2843630"/>
                <a:gd name="connsiteX21" fmla="*/ 337743 w 1279418"/>
                <a:gd name="connsiteY21" fmla="*/ 2722978 h 2843630"/>
                <a:gd name="connsiteX22" fmla="*/ 337743 w 1279418"/>
                <a:gd name="connsiteY22" fmla="*/ 1845442 h 2843630"/>
                <a:gd name="connsiteX23" fmla="*/ 337743 w 1279418"/>
                <a:gd name="connsiteY23" fmla="*/ 1845442 h 2843630"/>
                <a:gd name="connsiteX24" fmla="*/ 337743 w 1279418"/>
                <a:gd name="connsiteY24" fmla="*/ 987825 h 2843630"/>
                <a:gd name="connsiteX25" fmla="*/ 333380 w 1279418"/>
                <a:gd name="connsiteY25" fmla="*/ 987825 h 2843630"/>
                <a:gd name="connsiteX26" fmla="*/ 214156 w 1279418"/>
                <a:gd name="connsiteY26" fmla="*/ 1650893 h 2843630"/>
                <a:gd name="connsiteX27" fmla="*/ 88840 w 1279418"/>
                <a:gd name="connsiteY27" fmla="*/ 1738012 h 2843630"/>
                <a:gd name="connsiteX28" fmla="*/ 1721 w 1279418"/>
                <a:gd name="connsiteY28" fmla="*/ 1612696 h 2843630"/>
                <a:gd name="connsiteX29" fmla="*/ 151558 w 1279418"/>
                <a:gd name="connsiteY29" fmla="*/ 779369 h 2843630"/>
                <a:gd name="connsiteX30" fmla="*/ 165076 w 1279418"/>
                <a:gd name="connsiteY30" fmla="*/ 745240 h 2843630"/>
                <a:gd name="connsiteX31" fmla="*/ 166159 w 1279418"/>
                <a:gd name="connsiteY31" fmla="*/ 739877 h 2843630"/>
                <a:gd name="connsiteX32" fmla="*/ 330610 w 1279418"/>
                <a:gd name="connsiteY32" fmla="*/ 630871 h 2843630"/>
                <a:gd name="connsiteX33" fmla="*/ 631229 w 1279418"/>
                <a:gd name="connsiteY33" fmla="*/ 0 h 2843630"/>
                <a:gd name="connsiteX34" fmla="*/ 930644 w 1279418"/>
                <a:gd name="connsiteY34" fmla="*/ 299414 h 2843630"/>
                <a:gd name="connsiteX35" fmla="*/ 631229 w 1279418"/>
                <a:gd name="connsiteY35" fmla="*/ 598828 h 2843630"/>
                <a:gd name="connsiteX36" fmla="*/ 331814 w 1279418"/>
                <a:gd name="connsiteY36" fmla="*/ 299414 h 2843630"/>
                <a:gd name="connsiteX37" fmla="*/ 631229 w 1279418"/>
                <a:gd name="connsiteY37" fmla="*/ 0 h 2843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279418" h="2843630">
                  <a:moveTo>
                    <a:pt x="330610" y="630871"/>
                  </a:moveTo>
                  <a:lnTo>
                    <a:pt x="950643" y="630871"/>
                  </a:lnTo>
                  <a:cubicBezTo>
                    <a:pt x="1024571" y="630871"/>
                    <a:pt x="1088000" y="675819"/>
                    <a:pt x="1115094" y="739877"/>
                  </a:cubicBezTo>
                  <a:lnTo>
                    <a:pt x="1118085" y="754690"/>
                  </a:lnTo>
                  <a:lnTo>
                    <a:pt x="1127860" y="779369"/>
                  </a:lnTo>
                  <a:lnTo>
                    <a:pt x="1277697" y="1612696"/>
                  </a:lnTo>
                  <a:cubicBezTo>
                    <a:pt x="1288245" y="1671358"/>
                    <a:pt x="1249241" y="1727464"/>
                    <a:pt x="1190578" y="1738012"/>
                  </a:cubicBezTo>
                  <a:cubicBezTo>
                    <a:pt x="1131916" y="1748560"/>
                    <a:pt x="1075810" y="1709555"/>
                    <a:pt x="1065262" y="1650893"/>
                  </a:cubicBezTo>
                  <a:lnTo>
                    <a:pt x="946038" y="987825"/>
                  </a:lnTo>
                  <a:lnTo>
                    <a:pt x="942594" y="987825"/>
                  </a:lnTo>
                  <a:lnTo>
                    <a:pt x="942594" y="1501242"/>
                  </a:lnTo>
                  <a:lnTo>
                    <a:pt x="942594" y="1845442"/>
                  </a:lnTo>
                  <a:lnTo>
                    <a:pt x="942594" y="2722978"/>
                  </a:lnTo>
                  <a:cubicBezTo>
                    <a:pt x="942594" y="2789612"/>
                    <a:pt x="888576" y="2843630"/>
                    <a:pt x="821942" y="2843630"/>
                  </a:cubicBezTo>
                  <a:lnTo>
                    <a:pt x="816225" y="2843630"/>
                  </a:lnTo>
                  <a:cubicBezTo>
                    <a:pt x="749591" y="2843630"/>
                    <a:pt x="695573" y="2789612"/>
                    <a:pt x="695573" y="2722978"/>
                  </a:cubicBezTo>
                  <a:lnTo>
                    <a:pt x="695573" y="1845442"/>
                  </a:lnTo>
                  <a:lnTo>
                    <a:pt x="584764" y="1845442"/>
                  </a:lnTo>
                  <a:lnTo>
                    <a:pt x="584764" y="2722978"/>
                  </a:lnTo>
                  <a:cubicBezTo>
                    <a:pt x="584764" y="2789612"/>
                    <a:pt x="530746" y="2843630"/>
                    <a:pt x="464112" y="2843630"/>
                  </a:cubicBezTo>
                  <a:lnTo>
                    <a:pt x="458395" y="2843630"/>
                  </a:lnTo>
                  <a:cubicBezTo>
                    <a:pt x="391761" y="2843630"/>
                    <a:pt x="337743" y="2789612"/>
                    <a:pt x="337743" y="2722978"/>
                  </a:cubicBezTo>
                  <a:lnTo>
                    <a:pt x="337743" y="1845442"/>
                  </a:lnTo>
                  <a:lnTo>
                    <a:pt x="337743" y="1845442"/>
                  </a:lnTo>
                  <a:lnTo>
                    <a:pt x="337743" y="987825"/>
                  </a:lnTo>
                  <a:lnTo>
                    <a:pt x="333380" y="987825"/>
                  </a:lnTo>
                  <a:lnTo>
                    <a:pt x="214156" y="1650893"/>
                  </a:lnTo>
                  <a:cubicBezTo>
                    <a:pt x="203608" y="1709555"/>
                    <a:pt x="147502" y="1748560"/>
                    <a:pt x="88840" y="1738012"/>
                  </a:cubicBezTo>
                  <a:cubicBezTo>
                    <a:pt x="30177" y="1727464"/>
                    <a:pt x="-8827" y="1671358"/>
                    <a:pt x="1721" y="1612696"/>
                  </a:cubicBezTo>
                  <a:lnTo>
                    <a:pt x="151558" y="779369"/>
                  </a:lnTo>
                  <a:lnTo>
                    <a:pt x="165076" y="745240"/>
                  </a:lnTo>
                  <a:lnTo>
                    <a:pt x="166159" y="739877"/>
                  </a:lnTo>
                  <a:cubicBezTo>
                    <a:pt x="193253" y="675819"/>
                    <a:pt x="256682" y="630871"/>
                    <a:pt x="330610" y="630871"/>
                  </a:cubicBezTo>
                  <a:close/>
                  <a:moveTo>
                    <a:pt x="631229" y="0"/>
                  </a:moveTo>
                  <a:cubicBezTo>
                    <a:pt x="796591" y="0"/>
                    <a:pt x="930644" y="134052"/>
                    <a:pt x="930644" y="299414"/>
                  </a:cubicBezTo>
                  <a:cubicBezTo>
                    <a:pt x="930644" y="464776"/>
                    <a:pt x="796591" y="598828"/>
                    <a:pt x="631229" y="598828"/>
                  </a:cubicBezTo>
                  <a:cubicBezTo>
                    <a:pt x="465867" y="598828"/>
                    <a:pt x="331814" y="464776"/>
                    <a:pt x="331814" y="299414"/>
                  </a:cubicBezTo>
                  <a:cubicBezTo>
                    <a:pt x="331814" y="134052"/>
                    <a:pt x="465867" y="0"/>
                    <a:pt x="631229" y="0"/>
                  </a:cubicBezTo>
                  <a:close/>
                </a:path>
              </a:pathLst>
            </a:custGeom>
            <a:gradFill>
              <a:gsLst>
                <a:gs pos="100000">
                  <a:schemeClr val="bg1">
                    <a:lumMod val="95000"/>
                    <a:lumOff val="5000"/>
                  </a:schemeClr>
                </a:gs>
                <a:gs pos="100000">
                  <a:srgbClr val="1FBCEF"/>
                </a:gs>
              </a:gsLst>
              <a:lin ang="5400000" scaled="1"/>
            </a:gradFill>
            <a:ln w="3175">
              <a:noFill/>
              <a:round/>
              <a:headEnd/>
              <a:tailEnd/>
            </a:ln>
          </p:spPr>
          <p:txBody>
            <a:bodyPr vert="horz" wrap="square" lIns="93252" tIns="46627" rIns="93252" bIns="46627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3251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938" b="0" i="0" u="none" strike="noStrike" kern="1200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8" name="Figura a mano libera: Forma 12">
              <a:extLst>
                <a:ext uri="{FF2B5EF4-FFF2-40B4-BE49-F238E27FC236}">
                  <a16:creationId xmlns:a16="http://schemas.microsoft.com/office/drawing/2014/main" id="{2BE8E1FA-F16D-B904-C019-B98FFBAAA99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637548" y="2949891"/>
              <a:ext cx="295734" cy="657297"/>
            </a:xfrm>
            <a:custGeom>
              <a:avLst/>
              <a:gdLst>
                <a:gd name="connsiteX0" fmla="*/ 330610 w 1279418"/>
                <a:gd name="connsiteY0" fmla="*/ 630871 h 2843630"/>
                <a:gd name="connsiteX1" fmla="*/ 950643 w 1279418"/>
                <a:gd name="connsiteY1" fmla="*/ 630871 h 2843630"/>
                <a:gd name="connsiteX2" fmla="*/ 1115094 w 1279418"/>
                <a:gd name="connsiteY2" fmla="*/ 739877 h 2843630"/>
                <a:gd name="connsiteX3" fmla="*/ 1118085 w 1279418"/>
                <a:gd name="connsiteY3" fmla="*/ 754690 h 2843630"/>
                <a:gd name="connsiteX4" fmla="*/ 1127860 w 1279418"/>
                <a:gd name="connsiteY4" fmla="*/ 779369 h 2843630"/>
                <a:gd name="connsiteX5" fmla="*/ 1277697 w 1279418"/>
                <a:gd name="connsiteY5" fmla="*/ 1612696 h 2843630"/>
                <a:gd name="connsiteX6" fmla="*/ 1190578 w 1279418"/>
                <a:gd name="connsiteY6" fmla="*/ 1738012 h 2843630"/>
                <a:gd name="connsiteX7" fmla="*/ 1065262 w 1279418"/>
                <a:gd name="connsiteY7" fmla="*/ 1650893 h 2843630"/>
                <a:gd name="connsiteX8" fmla="*/ 946038 w 1279418"/>
                <a:gd name="connsiteY8" fmla="*/ 987825 h 2843630"/>
                <a:gd name="connsiteX9" fmla="*/ 942594 w 1279418"/>
                <a:gd name="connsiteY9" fmla="*/ 987825 h 2843630"/>
                <a:gd name="connsiteX10" fmla="*/ 942594 w 1279418"/>
                <a:gd name="connsiteY10" fmla="*/ 1501242 h 2843630"/>
                <a:gd name="connsiteX11" fmla="*/ 942594 w 1279418"/>
                <a:gd name="connsiteY11" fmla="*/ 1845442 h 2843630"/>
                <a:gd name="connsiteX12" fmla="*/ 942594 w 1279418"/>
                <a:gd name="connsiteY12" fmla="*/ 2722978 h 2843630"/>
                <a:gd name="connsiteX13" fmla="*/ 821942 w 1279418"/>
                <a:gd name="connsiteY13" fmla="*/ 2843630 h 2843630"/>
                <a:gd name="connsiteX14" fmla="*/ 816225 w 1279418"/>
                <a:gd name="connsiteY14" fmla="*/ 2843630 h 2843630"/>
                <a:gd name="connsiteX15" fmla="*/ 695573 w 1279418"/>
                <a:gd name="connsiteY15" fmla="*/ 2722978 h 2843630"/>
                <a:gd name="connsiteX16" fmla="*/ 695573 w 1279418"/>
                <a:gd name="connsiteY16" fmla="*/ 1845442 h 2843630"/>
                <a:gd name="connsiteX17" fmla="*/ 584764 w 1279418"/>
                <a:gd name="connsiteY17" fmla="*/ 1845442 h 2843630"/>
                <a:gd name="connsiteX18" fmla="*/ 584764 w 1279418"/>
                <a:gd name="connsiteY18" fmla="*/ 2722978 h 2843630"/>
                <a:gd name="connsiteX19" fmla="*/ 464112 w 1279418"/>
                <a:gd name="connsiteY19" fmla="*/ 2843630 h 2843630"/>
                <a:gd name="connsiteX20" fmla="*/ 458395 w 1279418"/>
                <a:gd name="connsiteY20" fmla="*/ 2843630 h 2843630"/>
                <a:gd name="connsiteX21" fmla="*/ 337743 w 1279418"/>
                <a:gd name="connsiteY21" fmla="*/ 2722978 h 2843630"/>
                <a:gd name="connsiteX22" fmla="*/ 337743 w 1279418"/>
                <a:gd name="connsiteY22" fmla="*/ 1845442 h 2843630"/>
                <a:gd name="connsiteX23" fmla="*/ 337743 w 1279418"/>
                <a:gd name="connsiteY23" fmla="*/ 1845442 h 2843630"/>
                <a:gd name="connsiteX24" fmla="*/ 337743 w 1279418"/>
                <a:gd name="connsiteY24" fmla="*/ 987825 h 2843630"/>
                <a:gd name="connsiteX25" fmla="*/ 333380 w 1279418"/>
                <a:gd name="connsiteY25" fmla="*/ 987825 h 2843630"/>
                <a:gd name="connsiteX26" fmla="*/ 214156 w 1279418"/>
                <a:gd name="connsiteY26" fmla="*/ 1650893 h 2843630"/>
                <a:gd name="connsiteX27" fmla="*/ 88840 w 1279418"/>
                <a:gd name="connsiteY27" fmla="*/ 1738012 h 2843630"/>
                <a:gd name="connsiteX28" fmla="*/ 1721 w 1279418"/>
                <a:gd name="connsiteY28" fmla="*/ 1612696 h 2843630"/>
                <a:gd name="connsiteX29" fmla="*/ 151558 w 1279418"/>
                <a:gd name="connsiteY29" fmla="*/ 779369 h 2843630"/>
                <a:gd name="connsiteX30" fmla="*/ 165076 w 1279418"/>
                <a:gd name="connsiteY30" fmla="*/ 745240 h 2843630"/>
                <a:gd name="connsiteX31" fmla="*/ 166159 w 1279418"/>
                <a:gd name="connsiteY31" fmla="*/ 739877 h 2843630"/>
                <a:gd name="connsiteX32" fmla="*/ 330610 w 1279418"/>
                <a:gd name="connsiteY32" fmla="*/ 630871 h 2843630"/>
                <a:gd name="connsiteX33" fmla="*/ 631229 w 1279418"/>
                <a:gd name="connsiteY33" fmla="*/ 0 h 2843630"/>
                <a:gd name="connsiteX34" fmla="*/ 930644 w 1279418"/>
                <a:gd name="connsiteY34" fmla="*/ 299414 h 2843630"/>
                <a:gd name="connsiteX35" fmla="*/ 631229 w 1279418"/>
                <a:gd name="connsiteY35" fmla="*/ 598828 h 2843630"/>
                <a:gd name="connsiteX36" fmla="*/ 331814 w 1279418"/>
                <a:gd name="connsiteY36" fmla="*/ 299414 h 2843630"/>
                <a:gd name="connsiteX37" fmla="*/ 631229 w 1279418"/>
                <a:gd name="connsiteY37" fmla="*/ 0 h 2843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279418" h="2843630">
                  <a:moveTo>
                    <a:pt x="330610" y="630871"/>
                  </a:moveTo>
                  <a:lnTo>
                    <a:pt x="950643" y="630871"/>
                  </a:lnTo>
                  <a:cubicBezTo>
                    <a:pt x="1024571" y="630871"/>
                    <a:pt x="1088000" y="675819"/>
                    <a:pt x="1115094" y="739877"/>
                  </a:cubicBezTo>
                  <a:lnTo>
                    <a:pt x="1118085" y="754690"/>
                  </a:lnTo>
                  <a:lnTo>
                    <a:pt x="1127860" y="779369"/>
                  </a:lnTo>
                  <a:lnTo>
                    <a:pt x="1277697" y="1612696"/>
                  </a:lnTo>
                  <a:cubicBezTo>
                    <a:pt x="1288245" y="1671358"/>
                    <a:pt x="1249241" y="1727464"/>
                    <a:pt x="1190578" y="1738012"/>
                  </a:cubicBezTo>
                  <a:cubicBezTo>
                    <a:pt x="1131916" y="1748560"/>
                    <a:pt x="1075810" y="1709555"/>
                    <a:pt x="1065262" y="1650893"/>
                  </a:cubicBezTo>
                  <a:lnTo>
                    <a:pt x="946038" y="987825"/>
                  </a:lnTo>
                  <a:lnTo>
                    <a:pt x="942594" y="987825"/>
                  </a:lnTo>
                  <a:lnTo>
                    <a:pt x="942594" y="1501242"/>
                  </a:lnTo>
                  <a:lnTo>
                    <a:pt x="942594" y="1845442"/>
                  </a:lnTo>
                  <a:lnTo>
                    <a:pt x="942594" y="2722978"/>
                  </a:lnTo>
                  <a:cubicBezTo>
                    <a:pt x="942594" y="2789612"/>
                    <a:pt x="888576" y="2843630"/>
                    <a:pt x="821942" y="2843630"/>
                  </a:cubicBezTo>
                  <a:lnTo>
                    <a:pt x="816225" y="2843630"/>
                  </a:lnTo>
                  <a:cubicBezTo>
                    <a:pt x="749591" y="2843630"/>
                    <a:pt x="695573" y="2789612"/>
                    <a:pt x="695573" y="2722978"/>
                  </a:cubicBezTo>
                  <a:lnTo>
                    <a:pt x="695573" y="1845442"/>
                  </a:lnTo>
                  <a:lnTo>
                    <a:pt x="584764" y="1845442"/>
                  </a:lnTo>
                  <a:lnTo>
                    <a:pt x="584764" y="2722978"/>
                  </a:lnTo>
                  <a:cubicBezTo>
                    <a:pt x="584764" y="2789612"/>
                    <a:pt x="530746" y="2843630"/>
                    <a:pt x="464112" y="2843630"/>
                  </a:cubicBezTo>
                  <a:lnTo>
                    <a:pt x="458395" y="2843630"/>
                  </a:lnTo>
                  <a:cubicBezTo>
                    <a:pt x="391761" y="2843630"/>
                    <a:pt x="337743" y="2789612"/>
                    <a:pt x="337743" y="2722978"/>
                  </a:cubicBezTo>
                  <a:lnTo>
                    <a:pt x="337743" y="1845442"/>
                  </a:lnTo>
                  <a:lnTo>
                    <a:pt x="337743" y="1845442"/>
                  </a:lnTo>
                  <a:lnTo>
                    <a:pt x="337743" y="987825"/>
                  </a:lnTo>
                  <a:lnTo>
                    <a:pt x="333380" y="987825"/>
                  </a:lnTo>
                  <a:lnTo>
                    <a:pt x="214156" y="1650893"/>
                  </a:lnTo>
                  <a:cubicBezTo>
                    <a:pt x="203608" y="1709555"/>
                    <a:pt x="147502" y="1748560"/>
                    <a:pt x="88840" y="1738012"/>
                  </a:cubicBezTo>
                  <a:cubicBezTo>
                    <a:pt x="30177" y="1727464"/>
                    <a:pt x="-8827" y="1671358"/>
                    <a:pt x="1721" y="1612696"/>
                  </a:cubicBezTo>
                  <a:lnTo>
                    <a:pt x="151558" y="779369"/>
                  </a:lnTo>
                  <a:lnTo>
                    <a:pt x="165076" y="745240"/>
                  </a:lnTo>
                  <a:lnTo>
                    <a:pt x="166159" y="739877"/>
                  </a:lnTo>
                  <a:cubicBezTo>
                    <a:pt x="193253" y="675819"/>
                    <a:pt x="256682" y="630871"/>
                    <a:pt x="330610" y="630871"/>
                  </a:cubicBezTo>
                  <a:close/>
                  <a:moveTo>
                    <a:pt x="631229" y="0"/>
                  </a:moveTo>
                  <a:cubicBezTo>
                    <a:pt x="796591" y="0"/>
                    <a:pt x="930644" y="134052"/>
                    <a:pt x="930644" y="299414"/>
                  </a:cubicBezTo>
                  <a:cubicBezTo>
                    <a:pt x="930644" y="464776"/>
                    <a:pt x="796591" y="598828"/>
                    <a:pt x="631229" y="598828"/>
                  </a:cubicBezTo>
                  <a:cubicBezTo>
                    <a:pt x="465867" y="598828"/>
                    <a:pt x="331814" y="464776"/>
                    <a:pt x="331814" y="299414"/>
                  </a:cubicBezTo>
                  <a:cubicBezTo>
                    <a:pt x="331814" y="134052"/>
                    <a:pt x="465867" y="0"/>
                    <a:pt x="631229" y="0"/>
                  </a:cubicBezTo>
                  <a:close/>
                </a:path>
              </a:pathLst>
            </a:custGeom>
            <a:gradFill>
              <a:gsLst>
                <a:gs pos="0">
                  <a:schemeClr val="bg1"/>
                </a:gs>
                <a:gs pos="0">
                  <a:schemeClr val="bg2"/>
                </a:gs>
              </a:gsLst>
              <a:lin ang="5400000" scaled="1"/>
            </a:gradFill>
            <a:ln w="3175">
              <a:noFill/>
              <a:round/>
              <a:headEnd/>
              <a:tailEnd/>
            </a:ln>
          </p:spPr>
          <p:txBody>
            <a:bodyPr vert="horz" wrap="square" lIns="93252" tIns="46627" rIns="93252" bIns="46627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3251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938" b="0" i="0" u="none" strike="noStrike" kern="1200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9" name="Figura a mano libera: Forma 13">
              <a:extLst>
                <a:ext uri="{FF2B5EF4-FFF2-40B4-BE49-F238E27FC236}">
                  <a16:creationId xmlns:a16="http://schemas.microsoft.com/office/drawing/2014/main" id="{3D95AC50-49CD-5DC4-2692-74BA243C5B2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91351" y="2949891"/>
              <a:ext cx="295734" cy="657297"/>
            </a:xfrm>
            <a:custGeom>
              <a:avLst/>
              <a:gdLst>
                <a:gd name="connsiteX0" fmla="*/ 330610 w 1279418"/>
                <a:gd name="connsiteY0" fmla="*/ 630871 h 2843630"/>
                <a:gd name="connsiteX1" fmla="*/ 950643 w 1279418"/>
                <a:gd name="connsiteY1" fmla="*/ 630871 h 2843630"/>
                <a:gd name="connsiteX2" fmla="*/ 1115094 w 1279418"/>
                <a:gd name="connsiteY2" fmla="*/ 739877 h 2843630"/>
                <a:gd name="connsiteX3" fmla="*/ 1118085 w 1279418"/>
                <a:gd name="connsiteY3" fmla="*/ 754690 h 2843630"/>
                <a:gd name="connsiteX4" fmla="*/ 1127860 w 1279418"/>
                <a:gd name="connsiteY4" fmla="*/ 779369 h 2843630"/>
                <a:gd name="connsiteX5" fmla="*/ 1277697 w 1279418"/>
                <a:gd name="connsiteY5" fmla="*/ 1612696 h 2843630"/>
                <a:gd name="connsiteX6" fmla="*/ 1190578 w 1279418"/>
                <a:gd name="connsiteY6" fmla="*/ 1738012 h 2843630"/>
                <a:gd name="connsiteX7" fmla="*/ 1065262 w 1279418"/>
                <a:gd name="connsiteY7" fmla="*/ 1650893 h 2843630"/>
                <a:gd name="connsiteX8" fmla="*/ 946038 w 1279418"/>
                <a:gd name="connsiteY8" fmla="*/ 987825 h 2843630"/>
                <a:gd name="connsiteX9" fmla="*/ 942594 w 1279418"/>
                <a:gd name="connsiteY9" fmla="*/ 987825 h 2843630"/>
                <a:gd name="connsiteX10" fmla="*/ 942594 w 1279418"/>
                <a:gd name="connsiteY10" fmla="*/ 1501242 h 2843630"/>
                <a:gd name="connsiteX11" fmla="*/ 942594 w 1279418"/>
                <a:gd name="connsiteY11" fmla="*/ 1845442 h 2843630"/>
                <a:gd name="connsiteX12" fmla="*/ 942594 w 1279418"/>
                <a:gd name="connsiteY12" fmla="*/ 2722978 h 2843630"/>
                <a:gd name="connsiteX13" fmla="*/ 821942 w 1279418"/>
                <a:gd name="connsiteY13" fmla="*/ 2843630 h 2843630"/>
                <a:gd name="connsiteX14" fmla="*/ 816225 w 1279418"/>
                <a:gd name="connsiteY14" fmla="*/ 2843630 h 2843630"/>
                <a:gd name="connsiteX15" fmla="*/ 695573 w 1279418"/>
                <a:gd name="connsiteY15" fmla="*/ 2722978 h 2843630"/>
                <a:gd name="connsiteX16" fmla="*/ 695573 w 1279418"/>
                <a:gd name="connsiteY16" fmla="*/ 1845442 h 2843630"/>
                <a:gd name="connsiteX17" fmla="*/ 584764 w 1279418"/>
                <a:gd name="connsiteY17" fmla="*/ 1845442 h 2843630"/>
                <a:gd name="connsiteX18" fmla="*/ 584764 w 1279418"/>
                <a:gd name="connsiteY18" fmla="*/ 2722978 h 2843630"/>
                <a:gd name="connsiteX19" fmla="*/ 464112 w 1279418"/>
                <a:gd name="connsiteY19" fmla="*/ 2843630 h 2843630"/>
                <a:gd name="connsiteX20" fmla="*/ 458395 w 1279418"/>
                <a:gd name="connsiteY20" fmla="*/ 2843630 h 2843630"/>
                <a:gd name="connsiteX21" fmla="*/ 337743 w 1279418"/>
                <a:gd name="connsiteY21" fmla="*/ 2722978 h 2843630"/>
                <a:gd name="connsiteX22" fmla="*/ 337743 w 1279418"/>
                <a:gd name="connsiteY22" fmla="*/ 1845442 h 2843630"/>
                <a:gd name="connsiteX23" fmla="*/ 337743 w 1279418"/>
                <a:gd name="connsiteY23" fmla="*/ 1845442 h 2843630"/>
                <a:gd name="connsiteX24" fmla="*/ 337743 w 1279418"/>
                <a:gd name="connsiteY24" fmla="*/ 987825 h 2843630"/>
                <a:gd name="connsiteX25" fmla="*/ 333380 w 1279418"/>
                <a:gd name="connsiteY25" fmla="*/ 987825 h 2843630"/>
                <a:gd name="connsiteX26" fmla="*/ 214156 w 1279418"/>
                <a:gd name="connsiteY26" fmla="*/ 1650893 h 2843630"/>
                <a:gd name="connsiteX27" fmla="*/ 88840 w 1279418"/>
                <a:gd name="connsiteY27" fmla="*/ 1738012 h 2843630"/>
                <a:gd name="connsiteX28" fmla="*/ 1721 w 1279418"/>
                <a:gd name="connsiteY28" fmla="*/ 1612696 h 2843630"/>
                <a:gd name="connsiteX29" fmla="*/ 151558 w 1279418"/>
                <a:gd name="connsiteY29" fmla="*/ 779369 h 2843630"/>
                <a:gd name="connsiteX30" fmla="*/ 165076 w 1279418"/>
                <a:gd name="connsiteY30" fmla="*/ 745240 h 2843630"/>
                <a:gd name="connsiteX31" fmla="*/ 166159 w 1279418"/>
                <a:gd name="connsiteY31" fmla="*/ 739877 h 2843630"/>
                <a:gd name="connsiteX32" fmla="*/ 330610 w 1279418"/>
                <a:gd name="connsiteY32" fmla="*/ 630871 h 2843630"/>
                <a:gd name="connsiteX33" fmla="*/ 631229 w 1279418"/>
                <a:gd name="connsiteY33" fmla="*/ 0 h 2843630"/>
                <a:gd name="connsiteX34" fmla="*/ 930644 w 1279418"/>
                <a:gd name="connsiteY34" fmla="*/ 299414 h 2843630"/>
                <a:gd name="connsiteX35" fmla="*/ 631229 w 1279418"/>
                <a:gd name="connsiteY35" fmla="*/ 598828 h 2843630"/>
                <a:gd name="connsiteX36" fmla="*/ 331814 w 1279418"/>
                <a:gd name="connsiteY36" fmla="*/ 299414 h 2843630"/>
                <a:gd name="connsiteX37" fmla="*/ 631229 w 1279418"/>
                <a:gd name="connsiteY37" fmla="*/ 0 h 2843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279418" h="2843630">
                  <a:moveTo>
                    <a:pt x="330610" y="630871"/>
                  </a:moveTo>
                  <a:lnTo>
                    <a:pt x="950643" y="630871"/>
                  </a:lnTo>
                  <a:cubicBezTo>
                    <a:pt x="1024571" y="630871"/>
                    <a:pt x="1088000" y="675819"/>
                    <a:pt x="1115094" y="739877"/>
                  </a:cubicBezTo>
                  <a:lnTo>
                    <a:pt x="1118085" y="754690"/>
                  </a:lnTo>
                  <a:lnTo>
                    <a:pt x="1127860" y="779369"/>
                  </a:lnTo>
                  <a:lnTo>
                    <a:pt x="1277697" y="1612696"/>
                  </a:lnTo>
                  <a:cubicBezTo>
                    <a:pt x="1288245" y="1671358"/>
                    <a:pt x="1249241" y="1727464"/>
                    <a:pt x="1190578" y="1738012"/>
                  </a:cubicBezTo>
                  <a:cubicBezTo>
                    <a:pt x="1131916" y="1748560"/>
                    <a:pt x="1075810" y="1709555"/>
                    <a:pt x="1065262" y="1650893"/>
                  </a:cubicBezTo>
                  <a:lnTo>
                    <a:pt x="946038" y="987825"/>
                  </a:lnTo>
                  <a:lnTo>
                    <a:pt x="942594" y="987825"/>
                  </a:lnTo>
                  <a:lnTo>
                    <a:pt x="942594" y="1501242"/>
                  </a:lnTo>
                  <a:lnTo>
                    <a:pt x="942594" y="1845442"/>
                  </a:lnTo>
                  <a:lnTo>
                    <a:pt x="942594" y="2722978"/>
                  </a:lnTo>
                  <a:cubicBezTo>
                    <a:pt x="942594" y="2789612"/>
                    <a:pt x="888576" y="2843630"/>
                    <a:pt x="821942" y="2843630"/>
                  </a:cubicBezTo>
                  <a:lnTo>
                    <a:pt x="816225" y="2843630"/>
                  </a:lnTo>
                  <a:cubicBezTo>
                    <a:pt x="749591" y="2843630"/>
                    <a:pt x="695573" y="2789612"/>
                    <a:pt x="695573" y="2722978"/>
                  </a:cubicBezTo>
                  <a:lnTo>
                    <a:pt x="695573" y="1845442"/>
                  </a:lnTo>
                  <a:lnTo>
                    <a:pt x="584764" y="1845442"/>
                  </a:lnTo>
                  <a:lnTo>
                    <a:pt x="584764" y="2722978"/>
                  </a:lnTo>
                  <a:cubicBezTo>
                    <a:pt x="584764" y="2789612"/>
                    <a:pt x="530746" y="2843630"/>
                    <a:pt x="464112" y="2843630"/>
                  </a:cubicBezTo>
                  <a:lnTo>
                    <a:pt x="458395" y="2843630"/>
                  </a:lnTo>
                  <a:cubicBezTo>
                    <a:pt x="391761" y="2843630"/>
                    <a:pt x="337743" y="2789612"/>
                    <a:pt x="337743" y="2722978"/>
                  </a:cubicBezTo>
                  <a:lnTo>
                    <a:pt x="337743" y="1845442"/>
                  </a:lnTo>
                  <a:lnTo>
                    <a:pt x="337743" y="1845442"/>
                  </a:lnTo>
                  <a:lnTo>
                    <a:pt x="337743" y="987825"/>
                  </a:lnTo>
                  <a:lnTo>
                    <a:pt x="333380" y="987825"/>
                  </a:lnTo>
                  <a:lnTo>
                    <a:pt x="214156" y="1650893"/>
                  </a:lnTo>
                  <a:cubicBezTo>
                    <a:pt x="203608" y="1709555"/>
                    <a:pt x="147502" y="1748560"/>
                    <a:pt x="88840" y="1738012"/>
                  </a:cubicBezTo>
                  <a:cubicBezTo>
                    <a:pt x="30177" y="1727464"/>
                    <a:pt x="-8827" y="1671358"/>
                    <a:pt x="1721" y="1612696"/>
                  </a:cubicBezTo>
                  <a:lnTo>
                    <a:pt x="151558" y="779369"/>
                  </a:lnTo>
                  <a:lnTo>
                    <a:pt x="165076" y="745240"/>
                  </a:lnTo>
                  <a:lnTo>
                    <a:pt x="166159" y="739877"/>
                  </a:lnTo>
                  <a:cubicBezTo>
                    <a:pt x="193253" y="675819"/>
                    <a:pt x="256682" y="630871"/>
                    <a:pt x="330610" y="630871"/>
                  </a:cubicBezTo>
                  <a:close/>
                  <a:moveTo>
                    <a:pt x="631229" y="0"/>
                  </a:moveTo>
                  <a:cubicBezTo>
                    <a:pt x="796591" y="0"/>
                    <a:pt x="930644" y="134052"/>
                    <a:pt x="930644" y="299414"/>
                  </a:cubicBezTo>
                  <a:cubicBezTo>
                    <a:pt x="930644" y="464776"/>
                    <a:pt x="796591" y="598828"/>
                    <a:pt x="631229" y="598828"/>
                  </a:cubicBezTo>
                  <a:cubicBezTo>
                    <a:pt x="465867" y="598828"/>
                    <a:pt x="331814" y="464776"/>
                    <a:pt x="331814" y="299414"/>
                  </a:cubicBezTo>
                  <a:cubicBezTo>
                    <a:pt x="331814" y="134052"/>
                    <a:pt x="465867" y="0"/>
                    <a:pt x="631229" y="0"/>
                  </a:cubicBezTo>
                  <a:close/>
                </a:path>
              </a:pathLst>
            </a:custGeom>
            <a:gradFill>
              <a:gsLst>
                <a:gs pos="0">
                  <a:schemeClr val="bg1"/>
                </a:gs>
                <a:gs pos="0">
                  <a:schemeClr val="bg2"/>
                </a:gs>
              </a:gsLst>
              <a:lin ang="5400000" scaled="1"/>
            </a:gradFill>
            <a:ln w="3175">
              <a:noFill/>
              <a:round/>
              <a:headEnd/>
              <a:tailEnd/>
            </a:ln>
          </p:spPr>
          <p:txBody>
            <a:bodyPr vert="horz" wrap="square" lIns="93252" tIns="46627" rIns="93252" bIns="46627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3251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938" b="0" i="0" u="none" strike="noStrike" kern="1200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0" name="Figura a mano libera: Forma 14">
              <a:extLst>
                <a:ext uri="{FF2B5EF4-FFF2-40B4-BE49-F238E27FC236}">
                  <a16:creationId xmlns:a16="http://schemas.microsoft.com/office/drawing/2014/main" id="{CF456BAF-17DC-AEF8-3C9B-AD3349AF29F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45154" y="2949891"/>
              <a:ext cx="295734" cy="657297"/>
            </a:xfrm>
            <a:custGeom>
              <a:avLst/>
              <a:gdLst>
                <a:gd name="connsiteX0" fmla="*/ 330610 w 1279418"/>
                <a:gd name="connsiteY0" fmla="*/ 630871 h 2843630"/>
                <a:gd name="connsiteX1" fmla="*/ 950643 w 1279418"/>
                <a:gd name="connsiteY1" fmla="*/ 630871 h 2843630"/>
                <a:gd name="connsiteX2" fmla="*/ 1115094 w 1279418"/>
                <a:gd name="connsiteY2" fmla="*/ 739877 h 2843630"/>
                <a:gd name="connsiteX3" fmla="*/ 1118085 w 1279418"/>
                <a:gd name="connsiteY3" fmla="*/ 754690 h 2843630"/>
                <a:gd name="connsiteX4" fmla="*/ 1127860 w 1279418"/>
                <a:gd name="connsiteY4" fmla="*/ 779369 h 2843630"/>
                <a:gd name="connsiteX5" fmla="*/ 1277697 w 1279418"/>
                <a:gd name="connsiteY5" fmla="*/ 1612696 h 2843630"/>
                <a:gd name="connsiteX6" fmla="*/ 1190578 w 1279418"/>
                <a:gd name="connsiteY6" fmla="*/ 1738012 h 2843630"/>
                <a:gd name="connsiteX7" fmla="*/ 1065262 w 1279418"/>
                <a:gd name="connsiteY7" fmla="*/ 1650893 h 2843630"/>
                <a:gd name="connsiteX8" fmla="*/ 946038 w 1279418"/>
                <a:gd name="connsiteY8" fmla="*/ 987825 h 2843630"/>
                <a:gd name="connsiteX9" fmla="*/ 942594 w 1279418"/>
                <a:gd name="connsiteY9" fmla="*/ 987825 h 2843630"/>
                <a:gd name="connsiteX10" fmla="*/ 942594 w 1279418"/>
                <a:gd name="connsiteY10" fmla="*/ 1501242 h 2843630"/>
                <a:gd name="connsiteX11" fmla="*/ 942594 w 1279418"/>
                <a:gd name="connsiteY11" fmla="*/ 1845442 h 2843630"/>
                <a:gd name="connsiteX12" fmla="*/ 942594 w 1279418"/>
                <a:gd name="connsiteY12" fmla="*/ 2722978 h 2843630"/>
                <a:gd name="connsiteX13" fmla="*/ 821942 w 1279418"/>
                <a:gd name="connsiteY13" fmla="*/ 2843630 h 2843630"/>
                <a:gd name="connsiteX14" fmla="*/ 816225 w 1279418"/>
                <a:gd name="connsiteY14" fmla="*/ 2843630 h 2843630"/>
                <a:gd name="connsiteX15" fmla="*/ 695573 w 1279418"/>
                <a:gd name="connsiteY15" fmla="*/ 2722978 h 2843630"/>
                <a:gd name="connsiteX16" fmla="*/ 695573 w 1279418"/>
                <a:gd name="connsiteY16" fmla="*/ 1845442 h 2843630"/>
                <a:gd name="connsiteX17" fmla="*/ 584764 w 1279418"/>
                <a:gd name="connsiteY17" fmla="*/ 1845442 h 2843630"/>
                <a:gd name="connsiteX18" fmla="*/ 584764 w 1279418"/>
                <a:gd name="connsiteY18" fmla="*/ 2722978 h 2843630"/>
                <a:gd name="connsiteX19" fmla="*/ 464112 w 1279418"/>
                <a:gd name="connsiteY19" fmla="*/ 2843630 h 2843630"/>
                <a:gd name="connsiteX20" fmla="*/ 458395 w 1279418"/>
                <a:gd name="connsiteY20" fmla="*/ 2843630 h 2843630"/>
                <a:gd name="connsiteX21" fmla="*/ 337743 w 1279418"/>
                <a:gd name="connsiteY21" fmla="*/ 2722978 h 2843630"/>
                <a:gd name="connsiteX22" fmla="*/ 337743 w 1279418"/>
                <a:gd name="connsiteY22" fmla="*/ 1845442 h 2843630"/>
                <a:gd name="connsiteX23" fmla="*/ 337743 w 1279418"/>
                <a:gd name="connsiteY23" fmla="*/ 1845442 h 2843630"/>
                <a:gd name="connsiteX24" fmla="*/ 337743 w 1279418"/>
                <a:gd name="connsiteY24" fmla="*/ 987825 h 2843630"/>
                <a:gd name="connsiteX25" fmla="*/ 333380 w 1279418"/>
                <a:gd name="connsiteY25" fmla="*/ 987825 h 2843630"/>
                <a:gd name="connsiteX26" fmla="*/ 214156 w 1279418"/>
                <a:gd name="connsiteY26" fmla="*/ 1650893 h 2843630"/>
                <a:gd name="connsiteX27" fmla="*/ 88840 w 1279418"/>
                <a:gd name="connsiteY27" fmla="*/ 1738012 h 2843630"/>
                <a:gd name="connsiteX28" fmla="*/ 1721 w 1279418"/>
                <a:gd name="connsiteY28" fmla="*/ 1612696 h 2843630"/>
                <a:gd name="connsiteX29" fmla="*/ 151558 w 1279418"/>
                <a:gd name="connsiteY29" fmla="*/ 779369 h 2843630"/>
                <a:gd name="connsiteX30" fmla="*/ 165076 w 1279418"/>
                <a:gd name="connsiteY30" fmla="*/ 745240 h 2843630"/>
                <a:gd name="connsiteX31" fmla="*/ 166159 w 1279418"/>
                <a:gd name="connsiteY31" fmla="*/ 739877 h 2843630"/>
                <a:gd name="connsiteX32" fmla="*/ 330610 w 1279418"/>
                <a:gd name="connsiteY32" fmla="*/ 630871 h 2843630"/>
                <a:gd name="connsiteX33" fmla="*/ 631229 w 1279418"/>
                <a:gd name="connsiteY33" fmla="*/ 0 h 2843630"/>
                <a:gd name="connsiteX34" fmla="*/ 930644 w 1279418"/>
                <a:gd name="connsiteY34" fmla="*/ 299414 h 2843630"/>
                <a:gd name="connsiteX35" fmla="*/ 631229 w 1279418"/>
                <a:gd name="connsiteY35" fmla="*/ 598828 h 2843630"/>
                <a:gd name="connsiteX36" fmla="*/ 331814 w 1279418"/>
                <a:gd name="connsiteY36" fmla="*/ 299414 h 2843630"/>
                <a:gd name="connsiteX37" fmla="*/ 631229 w 1279418"/>
                <a:gd name="connsiteY37" fmla="*/ 0 h 2843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279418" h="2843630">
                  <a:moveTo>
                    <a:pt x="330610" y="630871"/>
                  </a:moveTo>
                  <a:lnTo>
                    <a:pt x="950643" y="630871"/>
                  </a:lnTo>
                  <a:cubicBezTo>
                    <a:pt x="1024571" y="630871"/>
                    <a:pt x="1088000" y="675819"/>
                    <a:pt x="1115094" y="739877"/>
                  </a:cubicBezTo>
                  <a:lnTo>
                    <a:pt x="1118085" y="754690"/>
                  </a:lnTo>
                  <a:lnTo>
                    <a:pt x="1127860" y="779369"/>
                  </a:lnTo>
                  <a:lnTo>
                    <a:pt x="1277697" y="1612696"/>
                  </a:lnTo>
                  <a:cubicBezTo>
                    <a:pt x="1288245" y="1671358"/>
                    <a:pt x="1249241" y="1727464"/>
                    <a:pt x="1190578" y="1738012"/>
                  </a:cubicBezTo>
                  <a:cubicBezTo>
                    <a:pt x="1131916" y="1748560"/>
                    <a:pt x="1075810" y="1709555"/>
                    <a:pt x="1065262" y="1650893"/>
                  </a:cubicBezTo>
                  <a:lnTo>
                    <a:pt x="946038" y="987825"/>
                  </a:lnTo>
                  <a:lnTo>
                    <a:pt x="942594" y="987825"/>
                  </a:lnTo>
                  <a:lnTo>
                    <a:pt x="942594" y="1501242"/>
                  </a:lnTo>
                  <a:lnTo>
                    <a:pt x="942594" y="1845442"/>
                  </a:lnTo>
                  <a:lnTo>
                    <a:pt x="942594" y="2722978"/>
                  </a:lnTo>
                  <a:cubicBezTo>
                    <a:pt x="942594" y="2789612"/>
                    <a:pt x="888576" y="2843630"/>
                    <a:pt x="821942" y="2843630"/>
                  </a:cubicBezTo>
                  <a:lnTo>
                    <a:pt x="816225" y="2843630"/>
                  </a:lnTo>
                  <a:cubicBezTo>
                    <a:pt x="749591" y="2843630"/>
                    <a:pt x="695573" y="2789612"/>
                    <a:pt x="695573" y="2722978"/>
                  </a:cubicBezTo>
                  <a:lnTo>
                    <a:pt x="695573" y="1845442"/>
                  </a:lnTo>
                  <a:lnTo>
                    <a:pt x="584764" y="1845442"/>
                  </a:lnTo>
                  <a:lnTo>
                    <a:pt x="584764" y="2722978"/>
                  </a:lnTo>
                  <a:cubicBezTo>
                    <a:pt x="584764" y="2789612"/>
                    <a:pt x="530746" y="2843630"/>
                    <a:pt x="464112" y="2843630"/>
                  </a:cubicBezTo>
                  <a:lnTo>
                    <a:pt x="458395" y="2843630"/>
                  </a:lnTo>
                  <a:cubicBezTo>
                    <a:pt x="391761" y="2843630"/>
                    <a:pt x="337743" y="2789612"/>
                    <a:pt x="337743" y="2722978"/>
                  </a:cubicBezTo>
                  <a:lnTo>
                    <a:pt x="337743" y="1845442"/>
                  </a:lnTo>
                  <a:lnTo>
                    <a:pt x="337743" y="1845442"/>
                  </a:lnTo>
                  <a:lnTo>
                    <a:pt x="337743" y="987825"/>
                  </a:lnTo>
                  <a:lnTo>
                    <a:pt x="333380" y="987825"/>
                  </a:lnTo>
                  <a:lnTo>
                    <a:pt x="214156" y="1650893"/>
                  </a:lnTo>
                  <a:cubicBezTo>
                    <a:pt x="203608" y="1709555"/>
                    <a:pt x="147502" y="1748560"/>
                    <a:pt x="88840" y="1738012"/>
                  </a:cubicBezTo>
                  <a:cubicBezTo>
                    <a:pt x="30177" y="1727464"/>
                    <a:pt x="-8827" y="1671358"/>
                    <a:pt x="1721" y="1612696"/>
                  </a:cubicBezTo>
                  <a:lnTo>
                    <a:pt x="151558" y="779369"/>
                  </a:lnTo>
                  <a:lnTo>
                    <a:pt x="165076" y="745240"/>
                  </a:lnTo>
                  <a:lnTo>
                    <a:pt x="166159" y="739877"/>
                  </a:lnTo>
                  <a:cubicBezTo>
                    <a:pt x="193253" y="675819"/>
                    <a:pt x="256682" y="630871"/>
                    <a:pt x="330610" y="630871"/>
                  </a:cubicBezTo>
                  <a:close/>
                  <a:moveTo>
                    <a:pt x="631229" y="0"/>
                  </a:moveTo>
                  <a:cubicBezTo>
                    <a:pt x="796591" y="0"/>
                    <a:pt x="930644" y="134052"/>
                    <a:pt x="930644" y="299414"/>
                  </a:cubicBezTo>
                  <a:cubicBezTo>
                    <a:pt x="930644" y="464776"/>
                    <a:pt x="796591" y="598828"/>
                    <a:pt x="631229" y="598828"/>
                  </a:cubicBezTo>
                  <a:cubicBezTo>
                    <a:pt x="465867" y="598828"/>
                    <a:pt x="331814" y="464776"/>
                    <a:pt x="331814" y="299414"/>
                  </a:cubicBezTo>
                  <a:cubicBezTo>
                    <a:pt x="331814" y="134052"/>
                    <a:pt x="465867" y="0"/>
                    <a:pt x="631229" y="0"/>
                  </a:cubicBezTo>
                  <a:close/>
                </a:path>
              </a:pathLst>
            </a:custGeom>
            <a:gradFill>
              <a:gsLst>
                <a:gs pos="0">
                  <a:schemeClr val="bg1"/>
                </a:gs>
                <a:gs pos="0">
                  <a:schemeClr val="bg2"/>
                </a:gs>
              </a:gsLst>
              <a:lin ang="5400000" scaled="1"/>
            </a:gradFill>
            <a:ln w="3175">
              <a:noFill/>
              <a:round/>
              <a:headEnd/>
              <a:tailEnd/>
            </a:ln>
          </p:spPr>
          <p:txBody>
            <a:bodyPr vert="horz" wrap="square" lIns="93252" tIns="46627" rIns="93252" bIns="46627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3251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938" b="0" i="0" u="none" strike="noStrike" kern="1200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1" name="Figura a mano libera: Forma 15">
              <a:extLst>
                <a:ext uri="{FF2B5EF4-FFF2-40B4-BE49-F238E27FC236}">
                  <a16:creationId xmlns:a16="http://schemas.microsoft.com/office/drawing/2014/main" id="{77BC1108-8876-8BFA-F1FA-A1231AED473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676139" y="2949891"/>
              <a:ext cx="295734" cy="657297"/>
            </a:xfrm>
            <a:custGeom>
              <a:avLst/>
              <a:gdLst>
                <a:gd name="connsiteX0" fmla="*/ 330610 w 1279418"/>
                <a:gd name="connsiteY0" fmla="*/ 630871 h 2843630"/>
                <a:gd name="connsiteX1" fmla="*/ 950643 w 1279418"/>
                <a:gd name="connsiteY1" fmla="*/ 630871 h 2843630"/>
                <a:gd name="connsiteX2" fmla="*/ 1115094 w 1279418"/>
                <a:gd name="connsiteY2" fmla="*/ 739877 h 2843630"/>
                <a:gd name="connsiteX3" fmla="*/ 1118085 w 1279418"/>
                <a:gd name="connsiteY3" fmla="*/ 754690 h 2843630"/>
                <a:gd name="connsiteX4" fmla="*/ 1127860 w 1279418"/>
                <a:gd name="connsiteY4" fmla="*/ 779369 h 2843630"/>
                <a:gd name="connsiteX5" fmla="*/ 1277697 w 1279418"/>
                <a:gd name="connsiteY5" fmla="*/ 1612696 h 2843630"/>
                <a:gd name="connsiteX6" fmla="*/ 1190578 w 1279418"/>
                <a:gd name="connsiteY6" fmla="*/ 1738012 h 2843630"/>
                <a:gd name="connsiteX7" fmla="*/ 1065262 w 1279418"/>
                <a:gd name="connsiteY7" fmla="*/ 1650893 h 2843630"/>
                <a:gd name="connsiteX8" fmla="*/ 946038 w 1279418"/>
                <a:gd name="connsiteY8" fmla="*/ 987825 h 2843630"/>
                <a:gd name="connsiteX9" fmla="*/ 942594 w 1279418"/>
                <a:gd name="connsiteY9" fmla="*/ 987825 h 2843630"/>
                <a:gd name="connsiteX10" fmla="*/ 942594 w 1279418"/>
                <a:gd name="connsiteY10" fmla="*/ 1501242 h 2843630"/>
                <a:gd name="connsiteX11" fmla="*/ 942594 w 1279418"/>
                <a:gd name="connsiteY11" fmla="*/ 1845442 h 2843630"/>
                <a:gd name="connsiteX12" fmla="*/ 942594 w 1279418"/>
                <a:gd name="connsiteY12" fmla="*/ 2722978 h 2843630"/>
                <a:gd name="connsiteX13" fmla="*/ 821942 w 1279418"/>
                <a:gd name="connsiteY13" fmla="*/ 2843630 h 2843630"/>
                <a:gd name="connsiteX14" fmla="*/ 816225 w 1279418"/>
                <a:gd name="connsiteY14" fmla="*/ 2843630 h 2843630"/>
                <a:gd name="connsiteX15" fmla="*/ 695573 w 1279418"/>
                <a:gd name="connsiteY15" fmla="*/ 2722978 h 2843630"/>
                <a:gd name="connsiteX16" fmla="*/ 695573 w 1279418"/>
                <a:gd name="connsiteY16" fmla="*/ 1845442 h 2843630"/>
                <a:gd name="connsiteX17" fmla="*/ 584764 w 1279418"/>
                <a:gd name="connsiteY17" fmla="*/ 1845442 h 2843630"/>
                <a:gd name="connsiteX18" fmla="*/ 584764 w 1279418"/>
                <a:gd name="connsiteY18" fmla="*/ 2722978 h 2843630"/>
                <a:gd name="connsiteX19" fmla="*/ 464112 w 1279418"/>
                <a:gd name="connsiteY19" fmla="*/ 2843630 h 2843630"/>
                <a:gd name="connsiteX20" fmla="*/ 458395 w 1279418"/>
                <a:gd name="connsiteY20" fmla="*/ 2843630 h 2843630"/>
                <a:gd name="connsiteX21" fmla="*/ 337743 w 1279418"/>
                <a:gd name="connsiteY21" fmla="*/ 2722978 h 2843630"/>
                <a:gd name="connsiteX22" fmla="*/ 337743 w 1279418"/>
                <a:gd name="connsiteY22" fmla="*/ 1845442 h 2843630"/>
                <a:gd name="connsiteX23" fmla="*/ 337743 w 1279418"/>
                <a:gd name="connsiteY23" fmla="*/ 1845442 h 2843630"/>
                <a:gd name="connsiteX24" fmla="*/ 337743 w 1279418"/>
                <a:gd name="connsiteY24" fmla="*/ 987825 h 2843630"/>
                <a:gd name="connsiteX25" fmla="*/ 333380 w 1279418"/>
                <a:gd name="connsiteY25" fmla="*/ 987825 h 2843630"/>
                <a:gd name="connsiteX26" fmla="*/ 214156 w 1279418"/>
                <a:gd name="connsiteY26" fmla="*/ 1650893 h 2843630"/>
                <a:gd name="connsiteX27" fmla="*/ 88840 w 1279418"/>
                <a:gd name="connsiteY27" fmla="*/ 1738012 h 2843630"/>
                <a:gd name="connsiteX28" fmla="*/ 1721 w 1279418"/>
                <a:gd name="connsiteY28" fmla="*/ 1612696 h 2843630"/>
                <a:gd name="connsiteX29" fmla="*/ 151558 w 1279418"/>
                <a:gd name="connsiteY29" fmla="*/ 779369 h 2843630"/>
                <a:gd name="connsiteX30" fmla="*/ 165076 w 1279418"/>
                <a:gd name="connsiteY30" fmla="*/ 745240 h 2843630"/>
                <a:gd name="connsiteX31" fmla="*/ 166159 w 1279418"/>
                <a:gd name="connsiteY31" fmla="*/ 739877 h 2843630"/>
                <a:gd name="connsiteX32" fmla="*/ 330610 w 1279418"/>
                <a:gd name="connsiteY32" fmla="*/ 630871 h 2843630"/>
                <a:gd name="connsiteX33" fmla="*/ 631229 w 1279418"/>
                <a:gd name="connsiteY33" fmla="*/ 0 h 2843630"/>
                <a:gd name="connsiteX34" fmla="*/ 930644 w 1279418"/>
                <a:gd name="connsiteY34" fmla="*/ 299414 h 2843630"/>
                <a:gd name="connsiteX35" fmla="*/ 631229 w 1279418"/>
                <a:gd name="connsiteY35" fmla="*/ 598828 h 2843630"/>
                <a:gd name="connsiteX36" fmla="*/ 331814 w 1279418"/>
                <a:gd name="connsiteY36" fmla="*/ 299414 h 2843630"/>
                <a:gd name="connsiteX37" fmla="*/ 631229 w 1279418"/>
                <a:gd name="connsiteY37" fmla="*/ 0 h 2843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279418" h="2843630">
                  <a:moveTo>
                    <a:pt x="330610" y="630871"/>
                  </a:moveTo>
                  <a:lnTo>
                    <a:pt x="950643" y="630871"/>
                  </a:lnTo>
                  <a:cubicBezTo>
                    <a:pt x="1024571" y="630871"/>
                    <a:pt x="1088000" y="675819"/>
                    <a:pt x="1115094" y="739877"/>
                  </a:cubicBezTo>
                  <a:lnTo>
                    <a:pt x="1118085" y="754690"/>
                  </a:lnTo>
                  <a:lnTo>
                    <a:pt x="1127860" y="779369"/>
                  </a:lnTo>
                  <a:lnTo>
                    <a:pt x="1277697" y="1612696"/>
                  </a:lnTo>
                  <a:cubicBezTo>
                    <a:pt x="1288245" y="1671358"/>
                    <a:pt x="1249241" y="1727464"/>
                    <a:pt x="1190578" y="1738012"/>
                  </a:cubicBezTo>
                  <a:cubicBezTo>
                    <a:pt x="1131916" y="1748560"/>
                    <a:pt x="1075810" y="1709555"/>
                    <a:pt x="1065262" y="1650893"/>
                  </a:cubicBezTo>
                  <a:lnTo>
                    <a:pt x="946038" y="987825"/>
                  </a:lnTo>
                  <a:lnTo>
                    <a:pt x="942594" y="987825"/>
                  </a:lnTo>
                  <a:lnTo>
                    <a:pt x="942594" y="1501242"/>
                  </a:lnTo>
                  <a:lnTo>
                    <a:pt x="942594" y="1845442"/>
                  </a:lnTo>
                  <a:lnTo>
                    <a:pt x="942594" y="2722978"/>
                  </a:lnTo>
                  <a:cubicBezTo>
                    <a:pt x="942594" y="2789612"/>
                    <a:pt x="888576" y="2843630"/>
                    <a:pt x="821942" y="2843630"/>
                  </a:cubicBezTo>
                  <a:lnTo>
                    <a:pt x="816225" y="2843630"/>
                  </a:lnTo>
                  <a:cubicBezTo>
                    <a:pt x="749591" y="2843630"/>
                    <a:pt x="695573" y="2789612"/>
                    <a:pt x="695573" y="2722978"/>
                  </a:cubicBezTo>
                  <a:lnTo>
                    <a:pt x="695573" y="1845442"/>
                  </a:lnTo>
                  <a:lnTo>
                    <a:pt x="584764" y="1845442"/>
                  </a:lnTo>
                  <a:lnTo>
                    <a:pt x="584764" y="2722978"/>
                  </a:lnTo>
                  <a:cubicBezTo>
                    <a:pt x="584764" y="2789612"/>
                    <a:pt x="530746" y="2843630"/>
                    <a:pt x="464112" y="2843630"/>
                  </a:cubicBezTo>
                  <a:lnTo>
                    <a:pt x="458395" y="2843630"/>
                  </a:lnTo>
                  <a:cubicBezTo>
                    <a:pt x="391761" y="2843630"/>
                    <a:pt x="337743" y="2789612"/>
                    <a:pt x="337743" y="2722978"/>
                  </a:cubicBezTo>
                  <a:lnTo>
                    <a:pt x="337743" y="1845442"/>
                  </a:lnTo>
                  <a:lnTo>
                    <a:pt x="337743" y="1845442"/>
                  </a:lnTo>
                  <a:lnTo>
                    <a:pt x="337743" y="987825"/>
                  </a:lnTo>
                  <a:lnTo>
                    <a:pt x="333380" y="987825"/>
                  </a:lnTo>
                  <a:lnTo>
                    <a:pt x="214156" y="1650893"/>
                  </a:lnTo>
                  <a:cubicBezTo>
                    <a:pt x="203608" y="1709555"/>
                    <a:pt x="147502" y="1748560"/>
                    <a:pt x="88840" y="1738012"/>
                  </a:cubicBezTo>
                  <a:cubicBezTo>
                    <a:pt x="30177" y="1727464"/>
                    <a:pt x="-8827" y="1671358"/>
                    <a:pt x="1721" y="1612696"/>
                  </a:cubicBezTo>
                  <a:lnTo>
                    <a:pt x="151558" y="779369"/>
                  </a:lnTo>
                  <a:lnTo>
                    <a:pt x="165076" y="745240"/>
                  </a:lnTo>
                  <a:lnTo>
                    <a:pt x="166159" y="739877"/>
                  </a:lnTo>
                  <a:cubicBezTo>
                    <a:pt x="193253" y="675819"/>
                    <a:pt x="256682" y="630871"/>
                    <a:pt x="330610" y="630871"/>
                  </a:cubicBezTo>
                  <a:close/>
                  <a:moveTo>
                    <a:pt x="631229" y="0"/>
                  </a:moveTo>
                  <a:cubicBezTo>
                    <a:pt x="796591" y="0"/>
                    <a:pt x="930644" y="134052"/>
                    <a:pt x="930644" y="299414"/>
                  </a:cubicBezTo>
                  <a:cubicBezTo>
                    <a:pt x="930644" y="464776"/>
                    <a:pt x="796591" y="598828"/>
                    <a:pt x="631229" y="598828"/>
                  </a:cubicBezTo>
                  <a:cubicBezTo>
                    <a:pt x="465867" y="598828"/>
                    <a:pt x="331814" y="464776"/>
                    <a:pt x="331814" y="299414"/>
                  </a:cubicBezTo>
                  <a:cubicBezTo>
                    <a:pt x="331814" y="134052"/>
                    <a:pt x="465867" y="0"/>
                    <a:pt x="631229" y="0"/>
                  </a:cubicBezTo>
                  <a:close/>
                </a:path>
              </a:pathLst>
            </a:custGeom>
            <a:gradFill>
              <a:gsLst>
                <a:gs pos="100000">
                  <a:schemeClr val="bg1">
                    <a:lumMod val="95000"/>
                    <a:lumOff val="5000"/>
                  </a:schemeClr>
                </a:gs>
                <a:gs pos="100000">
                  <a:schemeClr val="bg2"/>
                </a:gs>
              </a:gsLst>
              <a:lin ang="5400000" scaled="1"/>
            </a:gradFill>
            <a:ln w="3175">
              <a:noFill/>
              <a:round/>
              <a:headEnd/>
              <a:tailEnd/>
            </a:ln>
          </p:spPr>
          <p:txBody>
            <a:bodyPr vert="horz" wrap="square" lIns="93252" tIns="46627" rIns="93252" bIns="46627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3251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938" b="0" i="0" u="none" strike="noStrike" kern="1200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2" name="Figura a mano libera: Forma 16">
              <a:extLst>
                <a:ext uri="{FF2B5EF4-FFF2-40B4-BE49-F238E27FC236}">
                  <a16:creationId xmlns:a16="http://schemas.microsoft.com/office/drawing/2014/main" id="{209F5EE3-21B7-CC3C-42D8-39753152CA2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29942" y="2949891"/>
              <a:ext cx="295734" cy="657297"/>
            </a:xfrm>
            <a:custGeom>
              <a:avLst/>
              <a:gdLst>
                <a:gd name="connsiteX0" fmla="*/ 330610 w 1279418"/>
                <a:gd name="connsiteY0" fmla="*/ 630871 h 2843630"/>
                <a:gd name="connsiteX1" fmla="*/ 950643 w 1279418"/>
                <a:gd name="connsiteY1" fmla="*/ 630871 h 2843630"/>
                <a:gd name="connsiteX2" fmla="*/ 1115094 w 1279418"/>
                <a:gd name="connsiteY2" fmla="*/ 739877 h 2843630"/>
                <a:gd name="connsiteX3" fmla="*/ 1118085 w 1279418"/>
                <a:gd name="connsiteY3" fmla="*/ 754690 h 2843630"/>
                <a:gd name="connsiteX4" fmla="*/ 1127860 w 1279418"/>
                <a:gd name="connsiteY4" fmla="*/ 779369 h 2843630"/>
                <a:gd name="connsiteX5" fmla="*/ 1277697 w 1279418"/>
                <a:gd name="connsiteY5" fmla="*/ 1612696 h 2843630"/>
                <a:gd name="connsiteX6" fmla="*/ 1190578 w 1279418"/>
                <a:gd name="connsiteY6" fmla="*/ 1738012 h 2843630"/>
                <a:gd name="connsiteX7" fmla="*/ 1065262 w 1279418"/>
                <a:gd name="connsiteY7" fmla="*/ 1650893 h 2843630"/>
                <a:gd name="connsiteX8" fmla="*/ 946038 w 1279418"/>
                <a:gd name="connsiteY8" fmla="*/ 987825 h 2843630"/>
                <a:gd name="connsiteX9" fmla="*/ 942594 w 1279418"/>
                <a:gd name="connsiteY9" fmla="*/ 987825 h 2843630"/>
                <a:gd name="connsiteX10" fmla="*/ 942594 w 1279418"/>
                <a:gd name="connsiteY10" fmla="*/ 1501242 h 2843630"/>
                <a:gd name="connsiteX11" fmla="*/ 942594 w 1279418"/>
                <a:gd name="connsiteY11" fmla="*/ 1845442 h 2843630"/>
                <a:gd name="connsiteX12" fmla="*/ 942594 w 1279418"/>
                <a:gd name="connsiteY12" fmla="*/ 2722978 h 2843630"/>
                <a:gd name="connsiteX13" fmla="*/ 821942 w 1279418"/>
                <a:gd name="connsiteY13" fmla="*/ 2843630 h 2843630"/>
                <a:gd name="connsiteX14" fmla="*/ 816225 w 1279418"/>
                <a:gd name="connsiteY14" fmla="*/ 2843630 h 2843630"/>
                <a:gd name="connsiteX15" fmla="*/ 695573 w 1279418"/>
                <a:gd name="connsiteY15" fmla="*/ 2722978 h 2843630"/>
                <a:gd name="connsiteX16" fmla="*/ 695573 w 1279418"/>
                <a:gd name="connsiteY16" fmla="*/ 1845442 h 2843630"/>
                <a:gd name="connsiteX17" fmla="*/ 584764 w 1279418"/>
                <a:gd name="connsiteY17" fmla="*/ 1845442 h 2843630"/>
                <a:gd name="connsiteX18" fmla="*/ 584764 w 1279418"/>
                <a:gd name="connsiteY18" fmla="*/ 2722978 h 2843630"/>
                <a:gd name="connsiteX19" fmla="*/ 464112 w 1279418"/>
                <a:gd name="connsiteY19" fmla="*/ 2843630 h 2843630"/>
                <a:gd name="connsiteX20" fmla="*/ 458395 w 1279418"/>
                <a:gd name="connsiteY20" fmla="*/ 2843630 h 2843630"/>
                <a:gd name="connsiteX21" fmla="*/ 337743 w 1279418"/>
                <a:gd name="connsiteY21" fmla="*/ 2722978 h 2843630"/>
                <a:gd name="connsiteX22" fmla="*/ 337743 w 1279418"/>
                <a:gd name="connsiteY22" fmla="*/ 1845442 h 2843630"/>
                <a:gd name="connsiteX23" fmla="*/ 337743 w 1279418"/>
                <a:gd name="connsiteY23" fmla="*/ 1845442 h 2843630"/>
                <a:gd name="connsiteX24" fmla="*/ 337743 w 1279418"/>
                <a:gd name="connsiteY24" fmla="*/ 987825 h 2843630"/>
                <a:gd name="connsiteX25" fmla="*/ 333380 w 1279418"/>
                <a:gd name="connsiteY25" fmla="*/ 987825 h 2843630"/>
                <a:gd name="connsiteX26" fmla="*/ 214156 w 1279418"/>
                <a:gd name="connsiteY26" fmla="*/ 1650893 h 2843630"/>
                <a:gd name="connsiteX27" fmla="*/ 88840 w 1279418"/>
                <a:gd name="connsiteY27" fmla="*/ 1738012 h 2843630"/>
                <a:gd name="connsiteX28" fmla="*/ 1721 w 1279418"/>
                <a:gd name="connsiteY28" fmla="*/ 1612696 h 2843630"/>
                <a:gd name="connsiteX29" fmla="*/ 151558 w 1279418"/>
                <a:gd name="connsiteY29" fmla="*/ 779369 h 2843630"/>
                <a:gd name="connsiteX30" fmla="*/ 165076 w 1279418"/>
                <a:gd name="connsiteY30" fmla="*/ 745240 h 2843630"/>
                <a:gd name="connsiteX31" fmla="*/ 166159 w 1279418"/>
                <a:gd name="connsiteY31" fmla="*/ 739877 h 2843630"/>
                <a:gd name="connsiteX32" fmla="*/ 330610 w 1279418"/>
                <a:gd name="connsiteY32" fmla="*/ 630871 h 2843630"/>
                <a:gd name="connsiteX33" fmla="*/ 631229 w 1279418"/>
                <a:gd name="connsiteY33" fmla="*/ 0 h 2843630"/>
                <a:gd name="connsiteX34" fmla="*/ 930644 w 1279418"/>
                <a:gd name="connsiteY34" fmla="*/ 299414 h 2843630"/>
                <a:gd name="connsiteX35" fmla="*/ 631229 w 1279418"/>
                <a:gd name="connsiteY35" fmla="*/ 598828 h 2843630"/>
                <a:gd name="connsiteX36" fmla="*/ 331814 w 1279418"/>
                <a:gd name="connsiteY36" fmla="*/ 299414 h 2843630"/>
                <a:gd name="connsiteX37" fmla="*/ 631229 w 1279418"/>
                <a:gd name="connsiteY37" fmla="*/ 0 h 2843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279418" h="2843630">
                  <a:moveTo>
                    <a:pt x="330610" y="630871"/>
                  </a:moveTo>
                  <a:lnTo>
                    <a:pt x="950643" y="630871"/>
                  </a:lnTo>
                  <a:cubicBezTo>
                    <a:pt x="1024571" y="630871"/>
                    <a:pt x="1088000" y="675819"/>
                    <a:pt x="1115094" y="739877"/>
                  </a:cubicBezTo>
                  <a:lnTo>
                    <a:pt x="1118085" y="754690"/>
                  </a:lnTo>
                  <a:lnTo>
                    <a:pt x="1127860" y="779369"/>
                  </a:lnTo>
                  <a:lnTo>
                    <a:pt x="1277697" y="1612696"/>
                  </a:lnTo>
                  <a:cubicBezTo>
                    <a:pt x="1288245" y="1671358"/>
                    <a:pt x="1249241" y="1727464"/>
                    <a:pt x="1190578" y="1738012"/>
                  </a:cubicBezTo>
                  <a:cubicBezTo>
                    <a:pt x="1131916" y="1748560"/>
                    <a:pt x="1075810" y="1709555"/>
                    <a:pt x="1065262" y="1650893"/>
                  </a:cubicBezTo>
                  <a:lnTo>
                    <a:pt x="946038" y="987825"/>
                  </a:lnTo>
                  <a:lnTo>
                    <a:pt x="942594" y="987825"/>
                  </a:lnTo>
                  <a:lnTo>
                    <a:pt x="942594" y="1501242"/>
                  </a:lnTo>
                  <a:lnTo>
                    <a:pt x="942594" y="1845442"/>
                  </a:lnTo>
                  <a:lnTo>
                    <a:pt x="942594" y="2722978"/>
                  </a:lnTo>
                  <a:cubicBezTo>
                    <a:pt x="942594" y="2789612"/>
                    <a:pt x="888576" y="2843630"/>
                    <a:pt x="821942" y="2843630"/>
                  </a:cubicBezTo>
                  <a:lnTo>
                    <a:pt x="816225" y="2843630"/>
                  </a:lnTo>
                  <a:cubicBezTo>
                    <a:pt x="749591" y="2843630"/>
                    <a:pt x="695573" y="2789612"/>
                    <a:pt x="695573" y="2722978"/>
                  </a:cubicBezTo>
                  <a:lnTo>
                    <a:pt x="695573" y="1845442"/>
                  </a:lnTo>
                  <a:lnTo>
                    <a:pt x="584764" y="1845442"/>
                  </a:lnTo>
                  <a:lnTo>
                    <a:pt x="584764" y="2722978"/>
                  </a:lnTo>
                  <a:cubicBezTo>
                    <a:pt x="584764" y="2789612"/>
                    <a:pt x="530746" y="2843630"/>
                    <a:pt x="464112" y="2843630"/>
                  </a:cubicBezTo>
                  <a:lnTo>
                    <a:pt x="458395" y="2843630"/>
                  </a:lnTo>
                  <a:cubicBezTo>
                    <a:pt x="391761" y="2843630"/>
                    <a:pt x="337743" y="2789612"/>
                    <a:pt x="337743" y="2722978"/>
                  </a:cubicBezTo>
                  <a:lnTo>
                    <a:pt x="337743" y="1845442"/>
                  </a:lnTo>
                  <a:lnTo>
                    <a:pt x="337743" y="1845442"/>
                  </a:lnTo>
                  <a:lnTo>
                    <a:pt x="337743" y="987825"/>
                  </a:lnTo>
                  <a:lnTo>
                    <a:pt x="333380" y="987825"/>
                  </a:lnTo>
                  <a:lnTo>
                    <a:pt x="214156" y="1650893"/>
                  </a:lnTo>
                  <a:cubicBezTo>
                    <a:pt x="203608" y="1709555"/>
                    <a:pt x="147502" y="1748560"/>
                    <a:pt x="88840" y="1738012"/>
                  </a:cubicBezTo>
                  <a:cubicBezTo>
                    <a:pt x="30177" y="1727464"/>
                    <a:pt x="-8827" y="1671358"/>
                    <a:pt x="1721" y="1612696"/>
                  </a:cubicBezTo>
                  <a:lnTo>
                    <a:pt x="151558" y="779369"/>
                  </a:lnTo>
                  <a:lnTo>
                    <a:pt x="165076" y="745240"/>
                  </a:lnTo>
                  <a:lnTo>
                    <a:pt x="166159" y="739877"/>
                  </a:lnTo>
                  <a:cubicBezTo>
                    <a:pt x="193253" y="675819"/>
                    <a:pt x="256682" y="630871"/>
                    <a:pt x="330610" y="630871"/>
                  </a:cubicBezTo>
                  <a:close/>
                  <a:moveTo>
                    <a:pt x="631229" y="0"/>
                  </a:moveTo>
                  <a:cubicBezTo>
                    <a:pt x="796591" y="0"/>
                    <a:pt x="930644" y="134052"/>
                    <a:pt x="930644" y="299414"/>
                  </a:cubicBezTo>
                  <a:cubicBezTo>
                    <a:pt x="930644" y="464776"/>
                    <a:pt x="796591" y="598828"/>
                    <a:pt x="631229" y="598828"/>
                  </a:cubicBezTo>
                  <a:cubicBezTo>
                    <a:pt x="465867" y="598828"/>
                    <a:pt x="331814" y="464776"/>
                    <a:pt x="331814" y="299414"/>
                  </a:cubicBezTo>
                  <a:cubicBezTo>
                    <a:pt x="331814" y="134052"/>
                    <a:pt x="465867" y="0"/>
                    <a:pt x="631229" y="0"/>
                  </a:cubicBezTo>
                  <a:close/>
                </a:path>
              </a:pathLst>
            </a:custGeom>
            <a:gradFill>
              <a:gsLst>
                <a:gs pos="0">
                  <a:schemeClr val="bg1"/>
                </a:gs>
                <a:gs pos="0">
                  <a:schemeClr val="bg2"/>
                </a:gs>
              </a:gsLst>
              <a:lin ang="5400000" scaled="1"/>
            </a:gradFill>
            <a:ln w="3175">
              <a:noFill/>
              <a:round/>
              <a:headEnd/>
              <a:tailEnd/>
            </a:ln>
          </p:spPr>
          <p:txBody>
            <a:bodyPr vert="horz" wrap="square" lIns="93252" tIns="46627" rIns="93252" bIns="46627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3251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938" b="0" i="0" u="none" strike="noStrike" kern="1200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3" name="Figura a mano libera: Forma 17">
              <a:extLst>
                <a:ext uri="{FF2B5EF4-FFF2-40B4-BE49-F238E27FC236}">
                  <a16:creationId xmlns:a16="http://schemas.microsoft.com/office/drawing/2014/main" id="{1EEDC729-81FC-8803-15DB-428544764E8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983745" y="2949891"/>
              <a:ext cx="295734" cy="657297"/>
            </a:xfrm>
            <a:custGeom>
              <a:avLst/>
              <a:gdLst>
                <a:gd name="connsiteX0" fmla="*/ 330610 w 1279418"/>
                <a:gd name="connsiteY0" fmla="*/ 630871 h 2843630"/>
                <a:gd name="connsiteX1" fmla="*/ 950643 w 1279418"/>
                <a:gd name="connsiteY1" fmla="*/ 630871 h 2843630"/>
                <a:gd name="connsiteX2" fmla="*/ 1115094 w 1279418"/>
                <a:gd name="connsiteY2" fmla="*/ 739877 h 2843630"/>
                <a:gd name="connsiteX3" fmla="*/ 1118085 w 1279418"/>
                <a:gd name="connsiteY3" fmla="*/ 754690 h 2843630"/>
                <a:gd name="connsiteX4" fmla="*/ 1127860 w 1279418"/>
                <a:gd name="connsiteY4" fmla="*/ 779369 h 2843630"/>
                <a:gd name="connsiteX5" fmla="*/ 1277697 w 1279418"/>
                <a:gd name="connsiteY5" fmla="*/ 1612696 h 2843630"/>
                <a:gd name="connsiteX6" fmla="*/ 1190578 w 1279418"/>
                <a:gd name="connsiteY6" fmla="*/ 1738012 h 2843630"/>
                <a:gd name="connsiteX7" fmla="*/ 1065262 w 1279418"/>
                <a:gd name="connsiteY7" fmla="*/ 1650893 h 2843630"/>
                <a:gd name="connsiteX8" fmla="*/ 946038 w 1279418"/>
                <a:gd name="connsiteY8" fmla="*/ 987825 h 2843630"/>
                <a:gd name="connsiteX9" fmla="*/ 942594 w 1279418"/>
                <a:gd name="connsiteY9" fmla="*/ 987825 h 2843630"/>
                <a:gd name="connsiteX10" fmla="*/ 942594 w 1279418"/>
                <a:gd name="connsiteY10" fmla="*/ 1501242 h 2843630"/>
                <a:gd name="connsiteX11" fmla="*/ 942594 w 1279418"/>
                <a:gd name="connsiteY11" fmla="*/ 1845442 h 2843630"/>
                <a:gd name="connsiteX12" fmla="*/ 942594 w 1279418"/>
                <a:gd name="connsiteY12" fmla="*/ 2722978 h 2843630"/>
                <a:gd name="connsiteX13" fmla="*/ 821942 w 1279418"/>
                <a:gd name="connsiteY13" fmla="*/ 2843630 h 2843630"/>
                <a:gd name="connsiteX14" fmla="*/ 816225 w 1279418"/>
                <a:gd name="connsiteY14" fmla="*/ 2843630 h 2843630"/>
                <a:gd name="connsiteX15" fmla="*/ 695573 w 1279418"/>
                <a:gd name="connsiteY15" fmla="*/ 2722978 h 2843630"/>
                <a:gd name="connsiteX16" fmla="*/ 695573 w 1279418"/>
                <a:gd name="connsiteY16" fmla="*/ 1845442 h 2843630"/>
                <a:gd name="connsiteX17" fmla="*/ 584764 w 1279418"/>
                <a:gd name="connsiteY17" fmla="*/ 1845442 h 2843630"/>
                <a:gd name="connsiteX18" fmla="*/ 584764 w 1279418"/>
                <a:gd name="connsiteY18" fmla="*/ 2722978 h 2843630"/>
                <a:gd name="connsiteX19" fmla="*/ 464112 w 1279418"/>
                <a:gd name="connsiteY19" fmla="*/ 2843630 h 2843630"/>
                <a:gd name="connsiteX20" fmla="*/ 458395 w 1279418"/>
                <a:gd name="connsiteY20" fmla="*/ 2843630 h 2843630"/>
                <a:gd name="connsiteX21" fmla="*/ 337743 w 1279418"/>
                <a:gd name="connsiteY21" fmla="*/ 2722978 h 2843630"/>
                <a:gd name="connsiteX22" fmla="*/ 337743 w 1279418"/>
                <a:gd name="connsiteY22" fmla="*/ 1845442 h 2843630"/>
                <a:gd name="connsiteX23" fmla="*/ 337743 w 1279418"/>
                <a:gd name="connsiteY23" fmla="*/ 1845442 h 2843630"/>
                <a:gd name="connsiteX24" fmla="*/ 337743 w 1279418"/>
                <a:gd name="connsiteY24" fmla="*/ 987825 h 2843630"/>
                <a:gd name="connsiteX25" fmla="*/ 333380 w 1279418"/>
                <a:gd name="connsiteY25" fmla="*/ 987825 h 2843630"/>
                <a:gd name="connsiteX26" fmla="*/ 214156 w 1279418"/>
                <a:gd name="connsiteY26" fmla="*/ 1650893 h 2843630"/>
                <a:gd name="connsiteX27" fmla="*/ 88840 w 1279418"/>
                <a:gd name="connsiteY27" fmla="*/ 1738012 h 2843630"/>
                <a:gd name="connsiteX28" fmla="*/ 1721 w 1279418"/>
                <a:gd name="connsiteY28" fmla="*/ 1612696 h 2843630"/>
                <a:gd name="connsiteX29" fmla="*/ 151558 w 1279418"/>
                <a:gd name="connsiteY29" fmla="*/ 779369 h 2843630"/>
                <a:gd name="connsiteX30" fmla="*/ 165076 w 1279418"/>
                <a:gd name="connsiteY30" fmla="*/ 745240 h 2843630"/>
                <a:gd name="connsiteX31" fmla="*/ 166159 w 1279418"/>
                <a:gd name="connsiteY31" fmla="*/ 739877 h 2843630"/>
                <a:gd name="connsiteX32" fmla="*/ 330610 w 1279418"/>
                <a:gd name="connsiteY32" fmla="*/ 630871 h 2843630"/>
                <a:gd name="connsiteX33" fmla="*/ 631229 w 1279418"/>
                <a:gd name="connsiteY33" fmla="*/ 0 h 2843630"/>
                <a:gd name="connsiteX34" fmla="*/ 930644 w 1279418"/>
                <a:gd name="connsiteY34" fmla="*/ 299414 h 2843630"/>
                <a:gd name="connsiteX35" fmla="*/ 631229 w 1279418"/>
                <a:gd name="connsiteY35" fmla="*/ 598828 h 2843630"/>
                <a:gd name="connsiteX36" fmla="*/ 331814 w 1279418"/>
                <a:gd name="connsiteY36" fmla="*/ 299414 h 2843630"/>
                <a:gd name="connsiteX37" fmla="*/ 631229 w 1279418"/>
                <a:gd name="connsiteY37" fmla="*/ 0 h 2843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279418" h="2843630">
                  <a:moveTo>
                    <a:pt x="330610" y="630871"/>
                  </a:moveTo>
                  <a:lnTo>
                    <a:pt x="950643" y="630871"/>
                  </a:lnTo>
                  <a:cubicBezTo>
                    <a:pt x="1024571" y="630871"/>
                    <a:pt x="1088000" y="675819"/>
                    <a:pt x="1115094" y="739877"/>
                  </a:cubicBezTo>
                  <a:lnTo>
                    <a:pt x="1118085" y="754690"/>
                  </a:lnTo>
                  <a:lnTo>
                    <a:pt x="1127860" y="779369"/>
                  </a:lnTo>
                  <a:lnTo>
                    <a:pt x="1277697" y="1612696"/>
                  </a:lnTo>
                  <a:cubicBezTo>
                    <a:pt x="1288245" y="1671358"/>
                    <a:pt x="1249241" y="1727464"/>
                    <a:pt x="1190578" y="1738012"/>
                  </a:cubicBezTo>
                  <a:cubicBezTo>
                    <a:pt x="1131916" y="1748560"/>
                    <a:pt x="1075810" y="1709555"/>
                    <a:pt x="1065262" y="1650893"/>
                  </a:cubicBezTo>
                  <a:lnTo>
                    <a:pt x="946038" y="987825"/>
                  </a:lnTo>
                  <a:lnTo>
                    <a:pt x="942594" y="987825"/>
                  </a:lnTo>
                  <a:lnTo>
                    <a:pt x="942594" y="1501242"/>
                  </a:lnTo>
                  <a:lnTo>
                    <a:pt x="942594" y="1845442"/>
                  </a:lnTo>
                  <a:lnTo>
                    <a:pt x="942594" y="2722978"/>
                  </a:lnTo>
                  <a:cubicBezTo>
                    <a:pt x="942594" y="2789612"/>
                    <a:pt x="888576" y="2843630"/>
                    <a:pt x="821942" y="2843630"/>
                  </a:cubicBezTo>
                  <a:lnTo>
                    <a:pt x="816225" y="2843630"/>
                  </a:lnTo>
                  <a:cubicBezTo>
                    <a:pt x="749591" y="2843630"/>
                    <a:pt x="695573" y="2789612"/>
                    <a:pt x="695573" y="2722978"/>
                  </a:cubicBezTo>
                  <a:lnTo>
                    <a:pt x="695573" y="1845442"/>
                  </a:lnTo>
                  <a:lnTo>
                    <a:pt x="584764" y="1845442"/>
                  </a:lnTo>
                  <a:lnTo>
                    <a:pt x="584764" y="2722978"/>
                  </a:lnTo>
                  <a:cubicBezTo>
                    <a:pt x="584764" y="2789612"/>
                    <a:pt x="530746" y="2843630"/>
                    <a:pt x="464112" y="2843630"/>
                  </a:cubicBezTo>
                  <a:lnTo>
                    <a:pt x="458395" y="2843630"/>
                  </a:lnTo>
                  <a:cubicBezTo>
                    <a:pt x="391761" y="2843630"/>
                    <a:pt x="337743" y="2789612"/>
                    <a:pt x="337743" y="2722978"/>
                  </a:cubicBezTo>
                  <a:lnTo>
                    <a:pt x="337743" y="1845442"/>
                  </a:lnTo>
                  <a:lnTo>
                    <a:pt x="337743" y="1845442"/>
                  </a:lnTo>
                  <a:lnTo>
                    <a:pt x="337743" y="987825"/>
                  </a:lnTo>
                  <a:lnTo>
                    <a:pt x="333380" y="987825"/>
                  </a:lnTo>
                  <a:lnTo>
                    <a:pt x="214156" y="1650893"/>
                  </a:lnTo>
                  <a:cubicBezTo>
                    <a:pt x="203608" y="1709555"/>
                    <a:pt x="147502" y="1748560"/>
                    <a:pt x="88840" y="1738012"/>
                  </a:cubicBezTo>
                  <a:cubicBezTo>
                    <a:pt x="30177" y="1727464"/>
                    <a:pt x="-8827" y="1671358"/>
                    <a:pt x="1721" y="1612696"/>
                  </a:cubicBezTo>
                  <a:lnTo>
                    <a:pt x="151558" y="779369"/>
                  </a:lnTo>
                  <a:lnTo>
                    <a:pt x="165076" y="745240"/>
                  </a:lnTo>
                  <a:lnTo>
                    <a:pt x="166159" y="739877"/>
                  </a:lnTo>
                  <a:cubicBezTo>
                    <a:pt x="193253" y="675819"/>
                    <a:pt x="256682" y="630871"/>
                    <a:pt x="330610" y="630871"/>
                  </a:cubicBezTo>
                  <a:close/>
                  <a:moveTo>
                    <a:pt x="631229" y="0"/>
                  </a:moveTo>
                  <a:cubicBezTo>
                    <a:pt x="796591" y="0"/>
                    <a:pt x="930644" y="134052"/>
                    <a:pt x="930644" y="299414"/>
                  </a:cubicBezTo>
                  <a:cubicBezTo>
                    <a:pt x="930644" y="464776"/>
                    <a:pt x="796591" y="598828"/>
                    <a:pt x="631229" y="598828"/>
                  </a:cubicBezTo>
                  <a:cubicBezTo>
                    <a:pt x="465867" y="598828"/>
                    <a:pt x="331814" y="464776"/>
                    <a:pt x="331814" y="299414"/>
                  </a:cubicBezTo>
                  <a:cubicBezTo>
                    <a:pt x="331814" y="134052"/>
                    <a:pt x="465867" y="0"/>
                    <a:pt x="631229" y="0"/>
                  </a:cubicBezTo>
                  <a:close/>
                </a:path>
              </a:pathLst>
            </a:custGeom>
            <a:gradFill>
              <a:gsLst>
                <a:gs pos="0">
                  <a:schemeClr val="bg1"/>
                </a:gs>
                <a:gs pos="0">
                  <a:schemeClr val="bg2"/>
                </a:gs>
              </a:gsLst>
              <a:lin ang="5400000" scaled="1"/>
            </a:gradFill>
            <a:ln w="3175">
              <a:noFill/>
              <a:round/>
              <a:headEnd/>
              <a:tailEnd/>
            </a:ln>
          </p:spPr>
          <p:txBody>
            <a:bodyPr vert="horz" wrap="square" lIns="93252" tIns="46627" rIns="93252" bIns="46627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3251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938" b="0" i="0" u="none" strike="noStrike" kern="1200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4" name="Figura a mano libera: Forma 18">
              <a:extLst>
                <a:ext uri="{FF2B5EF4-FFF2-40B4-BE49-F238E27FC236}">
                  <a16:creationId xmlns:a16="http://schemas.microsoft.com/office/drawing/2014/main" id="{AB8519D3-7ABF-BB83-0AA7-9BD62E7C8A9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060926" y="2949891"/>
              <a:ext cx="295734" cy="657297"/>
            </a:xfrm>
            <a:custGeom>
              <a:avLst/>
              <a:gdLst>
                <a:gd name="connsiteX0" fmla="*/ 330610 w 1279418"/>
                <a:gd name="connsiteY0" fmla="*/ 630871 h 2843630"/>
                <a:gd name="connsiteX1" fmla="*/ 950643 w 1279418"/>
                <a:gd name="connsiteY1" fmla="*/ 630871 h 2843630"/>
                <a:gd name="connsiteX2" fmla="*/ 1115094 w 1279418"/>
                <a:gd name="connsiteY2" fmla="*/ 739877 h 2843630"/>
                <a:gd name="connsiteX3" fmla="*/ 1118085 w 1279418"/>
                <a:gd name="connsiteY3" fmla="*/ 754690 h 2843630"/>
                <a:gd name="connsiteX4" fmla="*/ 1127860 w 1279418"/>
                <a:gd name="connsiteY4" fmla="*/ 779369 h 2843630"/>
                <a:gd name="connsiteX5" fmla="*/ 1277697 w 1279418"/>
                <a:gd name="connsiteY5" fmla="*/ 1612696 h 2843630"/>
                <a:gd name="connsiteX6" fmla="*/ 1190578 w 1279418"/>
                <a:gd name="connsiteY6" fmla="*/ 1738012 h 2843630"/>
                <a:gd name="connsiteX7" fmla="*/ 1065262 w 1279418"/>
                <a:gd name="connsiteY7" fmla="*/ 1650893 h 2843630"/>
                <a:gd name="connsiteX8" fmla="*/ 946038 w 1279418"/>
                <a:gd name="connsiteY8" fmla="*/ 987825 h 2843630"/>
                <a:gd name="connsiteX9" fmla="*/ 942594 w 1279418"/>
                <a:gd name="connsiteY9" fmla="*/ 987825 h 2843630"/>
                <a:gd name="connsiteX10" fmla="*/ 942594 w 1279418"/>
                <a:gd name="connsiteY10" fmla="*/ 1501242 h 2843630"/>
                <a:gd name="connsiteX11" fmla="*/ 942594 w 1279418"/>
                <a:gd name="connsiteY11" fmla="*/ 1845442 h 2843630"/>
                <a:gd name="connsiteX12" fmla="*/ 942594 w 1279418"/>
                <a:gd name="connsiteY12" fmla="*/ 2722978 h 2843630"/>
                <a:gd name="connsiteX13" fmla="*/ 821942 w 1279418"/>
                <a:gd name="connsiteY13" fmla="*/ 2843630 h 2843630"/>
                <a:gd name="connsiteX14" fmla="*/ 816225 w 1279418"/>
                <a:gd name="connsiteY14" fmla="*/ 2843630 h 2843630"/>
                <a:gd name="connsiteX15" fmla="*/ 695573 w 1279418"/>
                <a:gd name="connsiteY15" fmla="*/ 2722978 h 2843630"/>
                <a:gd name="connsiteX16" fmla="*/ 695573 w 1279418"/>
                <a:gd name="connsiteY16" fmla="*/ 1845442 h 2843630"/>
                <a:gd name="connsiteX17" fmla="*/ 584764 w 1279418"/>
                <a:gd name="connsiteY17" fmla="*/ 1845442 h 2843630"/>
                <a:gd name="connsiteX18" fmla="*/ 584764 w 1279418"/>
                <a:gd name="connsiteY18" fmla="*/ 2722978 h 2843630"/>
                <a:gd name="connsiteX19" fmla="*/ 464112 w 1279418"/>
                <a:gd name="connsiteY19" fmla="*/ 2843630 h 2843630"/>
                <a:gd name="connsiteX20" fmla="*/ 458395 w 1279418"/>
                <a:gd name="connsiteY20" fmla="*/ 2843630 h 2843630"/>
                <a:gd name="connsiteX21" fmla="*/ 337743 w 1279418"/>
                <a:gd name="connsiteY21" fmla="*/ 2722978 h 2843630"/>
                <a:gd name="connsiteX22" fmla="*/ 337743 w 1279418"/>
                <a:gd name="connsiteY22" fmla="*/ 1845442 h 2843630"/>
                <a:gd name="connsiteX23" fmla="*/ 337743 w 1279418"/>
                <a:gd name="connsiteY23" fmla="*/ 1845442 h 2843630"/>
                <a:gd name="connsiteX24" fmla="*/ 337743 w 1279418"/>
                <a:gd name="connsiteY24" fmla="*/ 987825 h 2843630"/>
                <a:gd name="connsiteX25" fmla="*/ 333380 w 1279418"/>
                <a:gd name="connsiteY25" fmla="*/ 987825 h 2843630"/>
                <a:gd name="connsiteX26" fmla="*/ 214156 w 1279418"/>
                <a:gd name="connsiteY26" fmla="*/ 1650893 h 2843630"/>
                <a:gd name="connsiteX27" fmla="*/ 88840 w 1279418"/>
                <a:gd name="connsiteY27" fmla="*/ 1738012 h 2843630"/>
                <a:gd name="connsiteX28" fmla="*/ 1721 w 1279418"/>
                <a:gd name="connsiteY28" fmla="*/ 1612696 h 2843630"/>
                <a:gd name="connsiteX29" fmla="*/ 151558 w 1279418"/>
                <a:gd name="connsiteY29" fmla="*/ 779369 h 2843630"/>
                <a:gd name="connsiteX30" fmla="*/ 165076 w 1279418"/>
                <a:gd name="connsiteY30" fmla="*/ 745240 h 2843630"/>
                <a:gd name="connsiteX31" fmla="*/ 166159 w 1279418"/>
                <a:gd name="connsiteY31" fmla="*/ 739877 h 2843630"/>
                <a:gd name="connsiteX32" fmla="*/ 330610 w 1279418"/>
                <a:gd name="connsiteY32" fmla="*/ 630871 h 2843630"/>
                <a:gd name="connsiteX33" fmla="*/ 631229 w 1279418"/>
                <a:gd name="connsiteY33" fmla="*/ 0 h 2843630"/>
                <a:gd name="connsiteX34" fmla="*/ 930644 w 1279418"/>
                <a:gd name="connsiteY34" fmla="*/ 299414 h 2843630"/>
                <a:gd name="connsiteX35" fmla="*/ 631229 w 1279418"/>
                <a:gd name="connsiteY35" fmla="*/ 598828 h 2843630"/>
                <a:gd name="connsiteX36" fmla="*/ 331814 w 1279418"/>
                <a:gd name="connsiteY36" fmla="*/ 299414 h 2843630"/>
                <a:gd name="connsiteX37" fmla="*/ 631229 w 1279418"/>
                <a:gd name="connsiteY37" fmla="*/ 0 h 2843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279418" h="2843630">
                  <a:moveTo>
                    <a:pt x="330610" y="630871"/>
                  </a:moveTo>
                  <a:lnTo>
                    <a:pt x="950643" y="630871"/>
                  </a:lnTo>
                  <a:cubicBezTo>
                    <a:pt x="1024571" y="630871"/>
                    <a:pt x="1088000" y="675819"/>
                    <a:pt x="1115094" y="739877"/>
                  </a:cubicBezTo>
                  <a:lnTo>
                    <a:pt x="1118085" y="754690"/>
                  </a:lnTo>
                  <a:lnTo>
                    <a:pt x="1127860" y="779369"/>
                  </a:lnTo>
                  <a:lnTo>
                    <a:pt x="1277697" y="1612696"/>
                  </a:lnTo>
                  <a:cubicBezTo>
                    <a:pt x="1288245" y="1671358"/>
                    <a:pt x="1249241" y="1727464"/>
                    <a:pt x="1190578" y="1738012"/>
                  </a:cubicBezTo>
                  <a:cubicBezTo>
                    <a:pt x="1131916" y="1748560"/>
                    <a:pt x="1075810" y="1709555"/>
                    <a:pt x="1065262" y="1650893"/>
                  </a:cubicBezTo>
                  <a:lnTo>
                    <a:pt x="946038" y="987825"/>
                  </a:lnTo>
                  <a:lnTo>
                    <a:pt x="942594" y="987825"/>
                  </a:lnTo>
                  <a:lnTo>
                    <a:pt x="942594" y="1501242"/>
                  </a:lnTo>
                  <a:lnTo>
                    <a:pt x="942594" y="1845442"/>
                  </a:lnTo>
                  <a:lnTo>
                    <a:pt x="942594" y="2722978"/>
                  </a:lnTo>
                  <a:cubicBezTo>
                    <a:pt x="942594" y="2789612"/>
                    <a:pt x="888576" y="2843630"/>
                    <a:pt x="821942" y="2843630"/>
                  </a:cubicBezTo>
                  <a:lnTo>
                    <a:pt x="816225" y="2843630"/>
                  </a:lnTo>
                  <a:cubicBezTo>
                    <a:pt x="749591" y="2843630"/>
                    <a:pt x="695573" y="2789612"/>
                    <a:pt x="695573" y="2722978"/>
                  </a:cubicBezTo>
                  <a:lnTo>
                    <a:pt x="695573" y="1845442"/>
                  </a:lnTo>
                  <a:lnTo>
                    <a:pt x="584764" y="1845442"/>
                  </a:lnTo>
                  <a:lnTo>
                    <a:pt x="584764" y="2722978"/>
                  </a:lnTo>
                  <a:cubicBezTo>
                    <a:pt x="584764" y="2789612"/>
                    <a:pt x="530746" y="2843630"/>
                    <a:pt x="464112" y="2843630"/>
                  </a:cubicBezTo>
                  <a:lnTo>
                    <a:pt x="458395" y="2843630"/>
                  </a:lnTo>
                  <a:cubicBezTo>
                    <a:pt x="391761" y="2843630"/>
                    <a:pt x="337743" y="2789612"/>
                    <a:pt x="337743" y="2722978"/>
                  </a:cubicBezTo>
                  <a:lnTo>
                    <a:pt x="337743" y="1845442"/>
                  </a:lnTo>
                  <a:lnTo>
                    <a:pt x="337743" y="1845442"/>
                  </a:lnTo>
                  <a:lnTo>
                    <a:pt x="337743" y="987825"/>
                  </a:lnTo>
                  <a:lnTo>
                    <a:pt x="333380" y="987825"/>
                  </a:lnTo>
                  <a:lnTo>
                    <a:pt x="214156" y="1650893"/>
                  </a:lnTo>
                  <a:cubicBezTo>
                    <a:pt x="203608" y="1709555"/>
                    <a:pt x="147502" y="1748560"/>
                    <a:pt x="88840" y="1738012"/>
                  </a:cubicBezTo>
                  <a:cubicBezTo>
                    <a:pt x="30177" y="1727464"/>
                    <a:pt x="-8827" y="1671358"/>
                    <a:pt x="1721" y="1612696"/>
                  </a:cubicBezTo>
                  <a:lnTo>
                    <a:pt x="151558" y="779369"/>
                  </a:lnTo>
                  <a:lnTo>
                    <a:pt x="165076" y="745240"/>
                  </a:lnTo>
                  <a:lnTo>
                    <a:pt x="166159" y="739877"/>
                  </a:lnTo>
                  <a:cubicBezTo>
                    <a:pt x="193253" y="675819"/>
                    <a:pt x="256682" y="630871"/>
                    <a:pt x="330610" y="630871"/>
                  </a:cubicBezTo>
                  <a:close/>
                  <a:moveTo>
                    <a:pt x="631229" y="0"/>
                  </a:moveTo>
                  <a:cubicBezTo>
                    <a:pt x="796591" y="0"/>
                    <a:pt x="930644" y="134052"/>
                    <a:pt x="930644" y="299414"/>
                  </a:cubicBezTo>
                  <a:cubicBezTo>
                    <a:pt x="930644" y="464776"/>
                    <a:pt x="796591" y="598828"/>
                    <a:pt x="631229" y="598828"/>
                  </a:cubicBezTo>
                  <a:cubicBezTo>
                    <a:pt x="465867" y="598828"/>
                    <a:pt x="331814" y="464776"/>
                    <a:pt x="331814" y="299414"/>
                  </a:cubicBezTo>
                  <a:cubicBezTo>
                    <a:pt x="331814" y="134052"/>
                    <a:pt x="465867" y="0"/>
                    <a:pt x="631229" y="0"/>
                  </a:cubicBez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 w="3175">
              <a:noFill/>
              <a:round/>
              <a:headEnd/>
              <a:tailEnd/>
            </a:ln>
          </p:spPr>
          <p:txBody>
            <a:bodyPr vert="horz" wrap="square" lIns="93252" tIns="46627" rIns="93252" bIns="46627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3251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938" b="0" i="0" u="none" strike="noStrike" kern="1200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5" name="Figura a mano libera: Forma 19">
              <a:extLst>
                <a:ext uri="{FF2B5EF4-FFF2-40B4-BE49-F238E27FC236}">
                  <a16:creationId xmlns:a16="http://schemas.microsoft.com/office/drawing/2014/main" id="{D9D7C7E1-A322-B21E-2810-1C26577C919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14730" y="2949891"/>
              <a:ext cx="295734" cy="657297"/>
            </a:xfrm>
            <a:custGeom>
              <a:avLst/>
              <a:gdLst>
                <a:gd name="connsiteX0" fmla="*/ 330610 w 1279418"/>
                <a:gd name="connsiteY0" fmla="*/ 630871 h 2843630"/>
                <a:gd name="connsiteX1" fmla="*/ 950643 w 1279418"/>
                <a:gd name="connsiteY1" fmla="*/ 630871 h 2843630"/>
                <a:gd name="connsiteX2" fmla="*/ 1115094 w 1279418"/>
                <a:gd name="connsiteY2" fmla="*/ 739877 h 2843630"/>
                <a:gd name="connsiteX3" fmla="*/ 1118085 w 1279418"/>
                <a:gd name="connsiteY3" fmla="*/ 754690 h 2843630"/>
                <a:gd name="connsiteX4" fmla="*/ 1127860 w 1279418"/>
                <a:gd name="connsiteY4" fmla="*/ 779369 h 2843630"/>
                <a:gd name="connsiteX5" fmla="*/ 1277697 w 1279418"/>
                <a:gd name="connsiteY5" fmla="*/ 1612696 h 2843630"/>
                <a:gd name="connsiteX6" fmla="*/ 1190578 w 1279418"/>
                <a:gd name="connsiteY6" fmla="*/ 1738012 h 2843630"/>
                <a:gd name="connsiteX7" fmla="*/ 1065262 w 1279418"/>
                <a:gd name="connsiteY7" fmla="*/ 1650893 h 2843630"/>
                <a:gd name="connsiteX8" fmla="*/ 946038 w 1279418"/>
                <a:gd name="connsiteY8" fmla="*/ 987825 h 2843630"/>
                <a:gd name="connsiteX9" fmla="*/ 942594 w 1279418"/>
                <a:gd name="connsiteY9" fmla="*/ 987825 h 2843630"/>
                <a:gd name="connsiteX10" fmla="*/ 942594 w 1279418"/>
                <a:gd name="connsiteY10" fmla="*/ 1501242 h 2843630"/>
                <a:gd name="connsiteX11" fmla="*/ 942594 w 1279418"/>
                <a:gd name="connsiteY11" fmla="*/ 1845442 h 2843630"/>
                <a:gd name="connsiteX12" fmla="*/ 942594 w 1279418"/>
                <a:gd name="connsiteY12" fmla="*/ 2722978 h 2843630"/>
                <a:gd name="connsiteX13" fmla="*/ 821942 w 1279418"/>
                <a:gd name="connsiteY13" fmla="*/ 2843630 h 2843630"/>
                <a:gd name="connsiteX14" fmla="*/ 816225 w 1279418"/>
                <a:gd name="connsiteY14" fmla="*/ 2843630 h 2843630"/>
                <a:gd name="connsiteX15" fmla="*/ 695573 w 1279418"/>
                <a:gd name="connsiteY15" fmla="*/ 2722978 h 2843630"/>
                <a:gd name="connsiteX16" fmla="*/ 695573 w 1279418"/>
                <a:gd name="connsiteY16" fmla="*/ 1845442 h 2843630"/>
                <a:gd name="connsiteX17" fmla="*/ 584764 w 1279418"/>
                <a:gd name="connsiteY17" fmla="*/ 1845442 h 2843630"/>
                <a:gd name="connsiteX18" fmla="*/ 584764 w 1279418"/>
                <a:gd name="connsiteY18" fmla="*/ 2722978 h 2843630"/>
                <a:gd name="connsiteX19" fmla="*/ 464112 w 1279418"/>
                <a:gd name="connsiteY19" fmla="*/ 2843630 h 2843630"/>
                <a:gd name="connsiteX20" fmla="*/ 458395 w 1279418"/>
                <a:gd name="connsiteY20" fmla="*/ 2843630 h 2843630"/>
                <a:gd name="connsiteX21" fmla="*/ 337743 w 1279418"/>
                <a:gd name="connsiteY21" fmla="*/ 2722978 h 2843630"/>
                <a:gd name="connsiteX22" fmla="*/ 337743 w 1279418"/>
                <a:gd name="connsiteY22" fmla="*/ 1845442 h 2843630"/>
                <a:gd name="connsiteX23" fmla="*/ 337743 w 1279418"/>
                <a:gd name="connsiteY23" fmla="*/ 1845442 h 2843630"/>
                <a:gd name="connsiteX24" fmla="*/ 337743 w 1279418"/>
                <a:gd name="connsiteY24" fmla="*/ 987825 h 2843630"/>
                <a:gd name="connsiteX25" fmla="*/ 333380 w 1279418"/>
                <a:gd name="connsiteY25" fmla="*/ 987825 h 2843630"/>
                <a:gd name="connsiteX26" fmla="*/ 214156 w 1279418"/>
                <a:gd name="connsiteY26" fmla="*/ 1650893 h 2843630"/>
                <a:gd name="connsiteX27" fmla="*/ 88840 w 1279418"/>
                <a:gd name="connsiteY27" fmla="*/ 1738012 h 2843630"/>
                <a:gd name="connsiteX28" fmla="*/ 1721 w 1279418"/>
                <a:gd name="connsiteY28" fmla="*/ 1612696 h 2843630"/>
                <a:gd name="connsiteX29" fmla="*/ 151558 w 1279418"/>
                <a:gd name="connsiteY29" fmla="*/ 779369 h 2843630"/>
                <a:gd name="connsiteX30" fmla="*/ 165076 w 1279418"/>
                <a:gd name="connsiteY30" fmla="*/ 745240 h 2843630"/>
                <a:gd name="connsiteX31" fmla="*/ 166159 w 1279418"/>
                <a:gd name="connsiteY31" fmla="*/ 739877 h 2843630"/>
                <a:gd name="connsiteX32" fmla="*/ 330610 w 1279418"/>
                <a:gd name="connsiteY32" fmla="*/ 630871 h 2843630"/>
                <a:gd name="connsiteX33" fmla="*/ 631229 w 1279418"/>
                <a:gd name="connsiteY33" fmla="*/ 0 h 2843630"/>
                <a:gd name="connsiteX34" fmla="*/ 930644 w 1279418"/>
                <a:gd name="connsiteY34" fmla="*/ 299414 h 2843630"/>
                <a:gd name="connsiteX35" fmla="*/ 631229 w 1279418"/>
                <a:gd name="connsiteY35" fmla="*/ 598828 h 2843630"/>
                <a:gd name="connsiteX36" fmla="*/ 331814 w 1279418"/>
                <a:gd name="connsiteY36" fmla="*/ 299414 h 2843630"/>
                <a:gd name="connsiteX37" fmla="*/ 631229 w 1279418"/>
                <a:gd name="connsiteY37" fmla="*/ 0 h 2843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279418" h="2843630">
                  <a:moveTo>
                    <a:pt x="330610" y="630871"/>
                  </a:moveTo>
                  <a:lnTo>
                    <a:pt x="950643" y="630871"/>
                  </a:lnTo>
                  <a:cubicBezTo>
                    <a:pt x="1024571" y="630871"/>
                    <a:pt x="1088000" y="675819"/>
                    <a:pt x="1115094" y="739877"/>
                  </a:cubicBezTo>
                  <a:lnTo>
                    <a:pt x="1118085" y="754690"/>
                  </a:lnTo>
                  <a:lnTo>
                    <a:pt x="1127860" y="779369"/>
                  </a:lnTo>
                  <a:lnTo>
                    <a:pt x="1277697" y="1612696"/>
                  </a:lnTo>
                  <a:cubicBezTo>
                    <a:pt x="1288245" y="1671358"/>
                    <a:pt x="1249241" y="1727464"/>
                    <a:pt x="1190578" y="1738012"/>
                  </a:cubicBezTo>
                  <a:cubicBezTo>
                    <a:pt x="1131916" y="1748560"/>
                    <a:pt x="1075810" y="1709555"/>
                    <a:pt x="1065262" y="1650893"/>
                  </a:cubicBezTo>
                  <a:lnTo>
                    <a:pt x="946038" y="987825"/>
                  </a:lnTo>
                  <a:lnTo>
                    <a:pt x="942594" y="987825"/>
                  </a:lnTo>
                  <a:lnTo>
                    <a:pt x="942594" y="1501242"/>
                  </a:lnTo>
                  <a:lnTo>
                    <a:pt x="942594" y="1845442"/>
                  </a:lnTo>
                  <a:lnTo>
                    <a:pt x="942594" y="2722978"/>
                  </a:lnTo>
                  <a:cubicBezTo>
                    <a:pt x="942594" y="2789612"/>
                    <a:pt x="888576" y="2843630"/>
                    <a:pt x="821942" y="2843630"/>
                  </a:cubicBezTo>
                  <a:lnTo>
                    <a:pt x="816225" y="2843630"/>
                  </a:lnTo>
                  <a:cubicBezTo>
                    <a:pt x="749591" y="2843630"/>
                    <a:pt x="695573" y="2789612"/>
                    <a:pt x="695573" y="2722978"/>
                  </a:cubicBezTo>
                  <a:lnTo>
                    <a:pt x="695573" y="1845442"/>
                  </a:lnTo>
                  <a:lnTo>
                    <a:pt x="584764" y="1845442"/>
                  </a:lnTo>
                  <a:lnTo>
                    <a:pt x="584764" y="2722978"/>
                  </a:lnTo>
                  <a:cubicBezTo>
                    <a:pt x="584764" y="2789612"/>
                    <a:pt x="530746" y="2843630"/>
                    <a:pt x="464112" y="2843630"/>
                  </a:cubicBezTo>
                  <a:lnTo>
                    <a:pt x="458395" y="2843630"/>
                  </a:lnTo>
                  <a:cubicBezTo>
                    <a:pt x="391761" y="2843630"/>
                    <a:pt x="337743" y="2789612"/>
                    <a:pt x="337743" y="2722978"/>
                  </a:cubicBezTo>
                  <a:lnTo>
                    <a:pt x="337743" y="1845442"/>
                  </a:lnTo>
                  <a:lnTo>
                    <a:pt x="337743" y="1845442"/>
                  </a:lnTo>
                  <a:lnTo>
                    <a:pt x="337743" y="987825"/>
                  </a:lnTo>
                  <a:lnTo>
                    <a:pt x="333380" y="987825"/>
                  </a:lnTo>
                  <a:lnTo>
                    <a:pt x="214156" y="1650893"/>
                  </a:lnTo>
                  <a:cubicBezTo>
                    <a:pt x="203608" y="1709555"/>
                    <a:pt x="147502" y="1748560"/>
                    <a:pt x="88840" y="1738012"/>
                  </a:cubicBezTo>
                  <a:cubicBezTo>
                    <a:pt x="30177" y="1727464"/>
                    <a:pt x="-8827" y="1671358"/>
                    <a:pt x="1721" y="1612696"/>
                  </a:cubicBezTo>
                  <a:lnTo>
                    <a:pt x="151558" y="779369"/>
                  </a:lnTo>
                  <a:lnTo>
                    <a:pt x="165076" y="745240"/>
                  </a:lnTo>
                  <a:lnTo>
                    <a:pt x="166159" y="739877"/>
                  </a:lnTo>
                  <a:cubicBezTo>
                    <a:pt x="193253" y="675819"/>
                    <a:pt x="256682" y="630871"/>
                    <a:pt x="330610" y="630871"/>
                  </a:cubicBezTo>
                  <a:close/>
                  <a:moveTo>
                    <a:pt x="631229" y="0"/>
                  </a:moveTo>
                  <a:cubicBezTo>
                    <a:pt x="796591" y="0"/>
                    <a:pt x="930644" y="134052"/>
                    <a:pt x="930644" y="299414"/>
                  </a:cubicBezTo>
                  <a:cubicBezTo>
                    <a:pt x="930644" y="464776"/>
                    <a:pt x="796591" y="598828"/>
                    <a:pt x="631229" y="598828"/>
                  </a:cubicBezTo>
                  <a:cubicBezTo>
                    <a:pt x="465867" y="598828"/>
                    <a:pt x="331814" y="464776"/>
                    <a:pt x="331814" y="299414"/>
                  </a:cubicBezTo>
                  <a:cubicBezTo>
                    <a:pt x="331814" y="134052"/>
                    <a:pt x="465867" y="0"/>
                    <a:pt x="631229" y="0"/>
                  </a:cubicBez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 w="3175">
              <a:noFill/>
              <a:round/>
              <a:headEnd/>
              <a:tailEnd/>
            </a:ln>
          </p:spPr>
          <p:txBody>
            <a:bodyPr vert="horz" wrap="square" lIns="93252" tIns="46627" rIns="93252" bIns="46627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3251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938" b="0" i="0" u="none" strike="noStrike" kern="1200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6" name="Figura a mano libera: Forma 20">
              <a:extLst>
                <a:ext uri="{FF2B5EF4-FFF2-40B4-BE49-F238E27FC236}">
                  <a16:creationId xmlns:a16="http://schemas.microsoft.com/office/drawing/2014/main" id="{F9617AEE-2B50-8D74-D257-BDE36521921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68533" y="2949891"/>
              <a:ext cx="295734" cy="657297"/>
            </a:xfrm>
            <a:custGeom>
              <a:avLst/>
              <a:gdLst>
                <a:gd name="connsiteX0" fmla="*/ 330610 w 1279418"/>
                <a:gd name="connsiteY0" fmla="*/ 630871 h 2843630"/>
                <a:gd name="connsiteX1" fmla="*/ 950643 w 1279418"/>
                <a:gd name="connsiteY1" fmla="*/ 630871 h 2843630"/>
                <a:gd name="connsiteX2" fmla="*/ 1115094 w 1279418"/>
                <a:gd name="connsiteY2" fmla="*/ 739877 h 2843630"/>
                <a:gd name="connsiteX3" fmla="*/ 1118085 w 1279418"/>
                <a:gd name="connsiteY3" fmla="*/ 754690 h 2843630"/>
                <a:gd name="connsiteX4" fmla="*/ 1127860 w 1279418"/>
                <a:gd name="connsiteY4" fmla="*/ 779369 h 2843630"/>
                <a:gd name="connsiteX5" fmla="*/ 1277697 w 1279418"/>
                <a:gd name="connsiteY5" fmla="*/ 1612696 h 2843630"/>
                <a:gd name="connsiteX6" fmla="*/ 1190578 w 1279418"/>
                <a:gd name="connsiteY6" fmla="*/ 1738012 h 2843630"/>
                <a:gd name="connsiteX7" fmla="*/ 1065262 w 1279418"/>
                <a:gd name="connsiteY7" fmla="*/ 1650893 h 2843630"/>
                <a:gd name="connsiteX8" fmla="*/ 946038 w 1279418"/>
                <a:gd name="connsiteY8" fmla="*/ 987825 h 2843630"/>
                <a:gd name="connsiteX9" fmla="*/ 942594 w 1279418"/>
                <a:gd name="connsiteY9" fmla="*/ 987825 h 2843630"/>
                <a:gd name="connsiteX10" fmla="*/ 942594 w 1279418"/>
                <a:gd name="connsiteY10" fmla="*/ 1501242 h 2843630"/>
                <a:gd name="connsiteX11" fmla="*/ 942594 w 1279418"/>
                <a:gd name="connsiteY11" fmla="*/ 1845442 h 2843630"/>
                <a:gd name="connsiteX12" fmla="*/ 942594 w 1279418"/>
                <a:gd name="connsiteY12" fmla="*/ 2722978 h 2843630"/>
                <a:gd name="connsiteX13" fmla="*/ 821942 w 1279418"/>
                <a:gd name="connsiteY13" fmla="*/ 2843630 h 2843630"/>
                <a:gd name="connsiteX14" fmla="*/ 816225 w 1279418"/>
                <a:gd name="connsiteY14" fmla="*/ 2843630 h 2843630"/>
                <a:gd name="connsiteX15" fmla="*/ 695573 w 1279418"/>
                <a:gd name="connsiteY15" fmla="*/ 2722978 h 2843630"/>
                <a:gd name="connsiteX16" fmla="*/ 695573 w 1279418"/>
                <a:gd name="connsiteY16" fmla="*/ 1845442 h 2843630"/>
                <a:gd name="connsiteX17" fmla="*/ 584764 w 1279418"/>
                <a:gd name="connsiteY17" fmla="*/ 1845442 h 2843630"/>
                <a:gd name="connsiteX18" fmla="*/ 584764 w 1279418"/>
                <a:gd name="connsiteY18" fmla="*/ 2722978 h 2843630"/>
                <a:gd name="connsiteX19" fmla="*/ 464112 w 1279418"/>
                <a:gd name="connsiteY19" fmla="*/ 2843630 h 2843630"/>
                <a:gd name="connsiteX20" fmla="*/ 458395 w 1279418"/>
                <a:gd name="connsiteY20" fmla="*/ 2843630 h 2843630"/>
                <a:gd name="connsiteX21" fmla="*/ 337743 w 1279418"/>
                <a:gd name="connsiteY21" fmla="*/ 2722978 h 2843630"/>
                <a:gd name="connsiteX22" fmla="*/ 337743 w 1279418"/>
                <a:gd name="connsiteY22" fmla="*/ 1845442 h 2843630"/>
                <a:gd name="connsiteX23" fmla="*/ 337743 w 1279418"/>
                <a:gd name="connsiteY23" fmla="*/ 1845442 h 2843630"/>
                <a:gd name="connsiteX24" fmla="*/ 337743 w 1279418"/>
                <a:gd name="connsiteY24" fmla="*/ 987825 h 2843630"/>
                <a:gd name="connsiteX25" fmla="*/ 333380 w 1279418"/>
                <a:gd name="connsiteY25" fmla="*/ 987825 h 2843630"/>
                <a:gd name="connsiteX26" fmla="*/ 214156 w 1279418"/>
                <a:gd name="connsiteY26" fmla="*/ 1650893 h 2843630"/>
                <a:gd name="connsiteX27" fmla="*/ 88840 w 1279418"/>
                <a:gd name="connsiteY27" fmla="*/ 1738012 h 2843630"/>
                <a:gd name="connsiteX28" fmla="*/ 1721 w 1279418"/>
                <a:gd name="connsiteY28" fmla="*/ 1612696 h 2843630"/>
                <a:gd name="connsiteX29" fmla="*/ 151558 w 1279418"/>
                <a:gd name="connsiteY29" fmla="*/ 779369 h 2843630"/>
                <a:gd name="connsiteX30" fmla="*/ 165076 w 1279418"/>
                <a:gd name="connsiteY30" fmla="*/ 745240 h 2843630"/>
                <a:gd name="connsiteX31" fmla="*/ 166159 w 1279418"/>
                <a:gd name="connsiteY31" fmla="*/ 739877 h 2843630"/>
                <a:gd name="connsiteX32" fmla="*/ 330610 w 1279418"/>
                <a:gd name="connsiteY32" fmla="*/ 630871 h 2843630"/>
                <a:gd name="connsiteX33" fmla="*/ 631229 w 1279418"/>
                <a:gd name="connsiteY33" fmla="*/ 0 h 2843630"/>
                <a:gd name="connsiteX34" fmla="*/ 930644 w 1279418"/>
                <a:gd name="connsiteY34" fmla="*/ 299414 h 2843630"/>
                <a:gd name="connsiteX35" fmla="*/ 631229 w 1279418"/>
                <a:gd name="connsiteY35" fmla="*/ 598828 h 2843630"/>
                <a:gd name="connsiteX36" fmla="*/ 331814 w 1279418"/>
                <a:gd name="connsiteY36" fmla="*/ 299414 h 2843630"/>
                <a:gd name="connsiteX37" fmla="*/ 631229 w 1279418"/>
                <a:gd name="connsiteY37" fmla="*/ 0 h 2843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279418" h="2843630">
                  <a:moveTo>
                    <a:pt x="330610" y="630871"/>
                  </a:moveTo>
                  <a:lnTo>
                    <a:pt x="950643" y="630871"/>
                  </a:lnTo>
                  <a:cubicBezTo>
                    <a:pt x="1024571" y="630871"/>
                    <a:pt x="1088000" y="675819"/>
                    <a:pt x="1115094" y="739877"/>
                  </a:cubicBezTo>
                  <a:lnTo>
                    <a:pt x="1118085" y="754690"/>
                  </a:lnTo>
                  <a:lnTo>
                    <a:pt x="1127860" y="779369"/>
                  </a:lnTo>
                  <a:lnTo>
                    <a:pt x="1277697" y="1612696"/>
                  </a:lnTo>
                  <a:cubicBezTo>
                    <a:pt x="1288245" y="1671358"/>
                    <a:pt x="1249241" y="1727464"/>
                    <a:pt x="1190578" y="1738012"/>
                  </a:cubicBezTo>
                  <a:cubicBezTo>
                    <a:pt x="1131916" y="1748560"/>
                    <a:pt x="1075810" y="1709555"/>
                    <a:pt x="1065262" y="1650893"/>
                  </a:cubicBezTo>
                  <a:lnTo>
                    <a:pt x="946038" y="987825"/>
                  </a:lnTo>
                  <a:lnTo>
                    <a:pt x="942594" y="987825"/>
                  </a:lnTo>
                  <a:lnTo>
                    <a:pt x="942594" y="1501242"/>
                  </a:lnTo>
                  <a:lnTo>
                    <a:pt x="942594" y="1845442"/>
                  </a:lnTo>
                  <a:lnTo>
                    <a:pt x="942594" y="2722978"/>
                  </a:lnTo>
                  <a:cubicBezTo>
                    <a:pt x="942594" y="2789612"/>
                    <a:pt x="888576" y="2843630"/>
                    <a:pt x="821942" y="2843630"/>
                  </a:cubicBezTo>
                  <a:lnTo>
                    <a:pt x="816225" y="2843630"/>
                  </a:lnTo>
                  <a:cubicBezTo>
                    <a:pt x="749591" y="2843630"/>
                    <a:pt x="695573" y="2789612"/>
                    <a:pt x="695573" y="2722978"/>
                  </a:cubicBezTo>
                  <a:lnTo>
                    <a:pt x="695573" y="1845442"/>
                  </a:lnTo>
                  <a:lnTo>
                    <a:pt x="584764" y="1845442"/>
                  </a:lnTo>
                  <a:lnTo>
                    <a:pt x="584764" y="2722978"/>
                  </a:lnTo>
                  <a:cubicBezTo>
                    <a:pt x="584764" y="2789612"/>
                    <a:pt x="530746" y="2843630"/>
                    <a:pt x="464112" y="2843630"/>
                  </a:cubicBezTo>
                  <a:lnTo>
                    <a:pt x="458395" y="2843630"/>
                  </a:lnTo>
                  <a:cubicBezTo>
                    <a:pt x="391761" y="2843630"/>
                    <a:pt x="337743" y="2789612"/>
                    <a:pt x="337743" y="2722978"/>
                  </a:cubicBezTo>
                  <a:lnTo>
                    <a:pt x="337743" y="1845442"/>
                  </a:lnTo>
                  <a:lnTo>
                    <a:pt x="337743" y="1845442"/>
                  </a:lnTo>
                  <a:lnTo>
                    <a:pt x="337743" y="987825"/>
                  </a:lnTo>
                  <a:lnTo>
                    <a:pt x="333380" y="987825"/>
                  </a:lnTo>
                  <a:lnTo>
                    <a:pt x="214156" y="1650893"/>
                  </a:lnTo>
                  <a:cubicBezTo>
                    <a:pt x="203608" y="1709555"/>
                    <a:pt x="147502" y="1748560"/>
                    <a:pt x="88840" y="1738012"/>
                  </a:cubicBezTo>
                  <a:cubicBezTo>
                    <a:pt x="30177" y="1727464"/>
                    <a:pt x="-8827" y="1671358"/>
                    <a:pt x="1721" y="1612696"/>
                  </a:cubicBezTo>
                  <a:lnTo>
                    <a:pt x="151558" y="779369"/>
                  </a:lnTo>
                  <a:lnTo>
                    <a:pt x="165076" y="745240"/>
                  </a:lnTo>
                  <a:lnTo>
                    <a:pt x="166159" y="739877"/>
                  </a:lnTo>
                  <a:cubicBezTo>
                    <a:pt x="193253" y="675819"/>
                    <a:pt x="256682" y="630871"/>
                    <a:pt x="330610" y="630871"/>
                  </a:cubicBezTo>
                  <a:close/>
                  <a:moveTo>
                    <a:pt x="631229" y="0"/>
                  </a:moveTo>
                  <a:cubicBezTo>
                    <a:pt x="796591" y="0"/>
                    <a:pt x="930644" y="134052"/>
                    <a:pt x="930644" y="299414"/>
                  </a:cubicBezTo>
                  <a:cubicBezTo>
                    <a:pt x="930644" y="464776"/>
                    <a:pt x="796591" y="598828"/>
                    <a:pt x="631229" y="598828"/>
                  </a:cubicBezTo>
                  <a:cubicBezTo>
                    <a:pt x="465867" y="598828"/>
                    <a:pt x="331814" y="464776"/>
                    <a:pt x="331814" y="299414"/>
                  </a:cubicBezTo>
                  <a:cubicBezTo>
                    <a:pt x="331814" y="134052"/>
                    <a:pt x="465867" y="0"/>
                    <a:pt x="631229" y="0"/>
                  </a:cubicBezTo>
                  <a:close/>
                </a:path>
              </a:pathLst>
            </a:custGeom>
            <a:solidFill>
              <a:schemeClr val="bg1">
                <a:lumMod val="95000"/>
                <a:lumOff val="5000"/>
              </a:schemeClr>
            </a:solidFill>
            <a:ln w="3175">
              <a:noFill/>
              <a:round/>
              <a:headEnd/>
              <a:tailEnd/>
            </a:ln>
          </p:spPr>
          <p:txBody>
            <a:bodyPr vert="horz" wrap="square" lIns="93252" tIns="46627" rIns="93252" bIns="46627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3251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938" b="0" i="0" u="none" strike="noStrike" kern="1200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graphicFrame>
        <p:nvGraphicFramePr>
          <p:cNvPr id="17" name="Grafico 16" descr="Grafico a linee">
            <a:extLst>
              <a:ext uri="{FF2B5EF4-FFF2-40B4-BE49-F238E27FC236}">
                <a16:creationId xmlns:a16="http://schemas.microsoft.com/office/drawing/2014/main" id="{0EBB445B-045E-6A98-0210-A479FCBCFA5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63530660"/>
              </p:ext>
            </p:extLst>
          </p:nvPr>
        </p:nvGraphicFramePr>
        <p:xfrm>
          <a:off x="210587" y="1845668"/>
          <a:ext cx="3338859" cy="34195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8" name="Grafico 7" descr="Grafico">
            <a:extLst>
              <a:ext uri="{FF2B5EF4-FFF2-40B4-BE49-F238E27FC236}">
                <a16:creationId xmlns:a16="http://schemas.microsoft.com/office/drawing/2014/main" id="{0E1E1BA7-18E2-CEE6-5F50-0DB6DE58FA3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27724525"/>
              </p:ext>
            </p:extLst>
          </p:nvPr>
        </p:nvGraphicFramePr>
        <p:xfrm>
          <a:off x="3861207" y="2720026"/>
          <a:ext cx="4343069" cy="23102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874357598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07609B7-1A5E-86D5-4A86-AFD218E0F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7774" y="5068927"/>
            <a:ext cx="8534400" cy="1507067"/>
          </a:xfrm>
        </p:spPr>
        <p:txBody>
          <a:bodyPr>
            <a:normAutofit/>
          </a:bodyPr>
          <a:lstStyle/>
          <a:p>
            <a:pPr algn="ctr"/>
            <a:r>
              <a:rPr lang="it-IT" sz="4000" dirty="0">
                <a:latin typeface="Algerian" panose="04020705040A02060702" pitchFamily="82" charset="0"/>
              </a:rPr>
              <a:t>DATASET UTILIZZATO</a:t>
            </a:r>
          </a:p>
        </p:txBody>
      </p:sp>
      <p:pic>
        <p:nvPicPr>
          <p:cNvPr id="7" name="Segnaposto contenuto 6">
            <a:extLst>
              <a:ext uri="{FF2B5EF4-FFF2-40B4-BE49-F238E27FC236}">
                <a16:creationId xmlns:a16="http://schemas.microsoft.com/office/drawing/2014/main" id="{6786A679-7DB1-96CE-BBDD-FD7E516AEE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329" y="511278"/>
            <a:ext cx="11851341" cy="4557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8477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5E4F08B-8B21-BA49-504E-1739BF010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433" y="0"/>
            <a:ext cx="11926529" cy="1507067"/>
          </a:xfrm>
        </p:spPr>
        <p:txBody>
          <a:bodyPr>
            <a:normAutofit/>
          </a:bodyPr>
          <a:lstStyle/>
          <a:p>
            <a:pPr algn="ctr"/>
            <a:r>
              <a:rPr lang="it-IT" dirty="0">
                <a:latin typeface="Algerian" panose="04020705040A02060702" pitchFamily="82" charset="0"/>
              </a:rPr>
              <a:t>Ottimizzazione del Dataset: Feature Selection</a:t>
            </a:r>
          </a:p>
        </p:txBody>
      </p:sp>
      <p:sp>
        <p:nvSpPr>
          <p:cNvPr id="6" name="Figura a mano libera: forma 5">
            <a:extLst>
              <a:ext uri="{FF2B5EF4-FFF2-40B4-BE49-F238E27FC236}">
                <a16:creationId xmlns:a16="http://schemas.microsoft.com/office/drawing/2014/main" id="{C9591525-9813-6EAC-850E-334AFEF5FE9C}"/>
              </a:ext>
            </a:extLst>
          </p:cNvPr>
          <p:cNvSpPr/>
          <p:nvPr/>
        </p:nvSpPr>
        <p:spPr>
          <a:xfrm>
            <a:off x="154473" y="1291336"/>
            <a:ext cx="3902051" cy="345600"/>
          </a:xfrm>
          <a:custGeom>
            <a:avLst/>
            <a:gdLst>
              <a:gd name="csX0" fmla="*/ 0 w 3902051"/>
              <a:gd name="csY0" fmla="*/ 0 h 345600"/>
              <a:gd name="csX1" fmla="*/ 3902051 w 3902051"/>
              <a:gd name="csY1" fmla="*/ 0 h 345600"/>
              <a:gd name="csX2" fmla="*/ 3902051 w 3902051"/>
              <a:gd name="csY2" fmla="*/ 345600 h 345600"/>
              <a:gd name="csX3" fmla="*/ 0 w 3902051"/>
              <a:gd name="csY3" fmla="*/ 345600 h 345600"/>
              <a:gd name="csX4" fmla="*/ 0 w 3902051"/>
              <a:gd name="csY4" fmla="*/ 0 h 345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902051" h="345600">
                <a:moveTo>
                  <a:pt x="0" y="0"/>
                </a:moveTo>
                <a:lnTo>
                  <a:pt x="3902051" y="0"/>
                </a:lnTo>
                <a:lnTo>
                  <a:pt x="3902051" y="345600"/>
                </a:lnTo>
                <a:lnTo>
                  <a:pt x="0" y="3456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5344" tIns="48768" rIns="85344" bIns="48768" numCol="1" spcCol="1270" rtlCol="0" anchor="ctr" anchorCtr="0">
            <a:noAutofit/>
          </a:bodyPr>
          <a:lstStyle/>
          <a:p>
            <a:pPr marL="0" lvl="0" indent="0" algn="ctr" defTabSz="53340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it-IT" sz="1200" kern="1200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Feature Iniziali (36 colonne)</a:t>
            </a:r>
          </a:p>
        </p:txBody>
      </p:sp>
      <p:sp>
        <p:nvSpPr>
          <p:cNvPr id="7" name="Figura a mano libera: forma 6">
            <a:extLst>
              <a:ext uri="{FF2B5EF4-FFF2-40B4-BE49-F238E27FC236}">
                <a16:creationId xmlns:a16="http://schemas.microsoft.com/office/drawing/2014/main" id="{78DFE37C-2A06-8608-7665-2522FBD010A6}"/>
              </a:ext>
            </a:extLst>
          </p:cNvPr>
          <p:cNvSpPr/>
          <p:nvPr/>
        </p:nvSpPr>
        <p:spPr>
          <a:xfrm>
            <a:off x="154473" y="1636936"/>
            <a:ext cx="3902051" cy="4875119"/>
          </a:xfrm>
          <a:custGeom>
            <a:avLst/>
            <a:gdLst>
              <a:gd name="csX0" fmla="*/ 0 w 3902051"/>
              <a:gd name="csY0" fmla="*/ 0 h 4875119"/>
              <a:gd name="csX1" fmla="*/ 3902051 w 3902051"/>
              <a:gd name="csY1" fmla="*/ 0 h 4875119"/>
              <a:gd name="csX2" fmla="*/ 3902051 w 3902051"/>
              <a:gd name="csY2" fmla="*/ 4875119 h 4875119"/>
              <a:gd name="csX3" fmla="*/ 0 w 3902051"/>
              <a:gd name="csY3" fmla="*/ 4875119 h 4875119"/>
              <a:gd name="csX4" fmla="*/ 0 w 3902051"/>
              <a:gd name="csY4" fmla="*/ 0 h 48751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902051" h="4875119">
                <a:moveTo>
                  <a:pt x="0" y="0"/>
                </a:moveTo>
                <a:lnTo>
                  <a:pt x="3902051" y="0"/>
                </a:lnTo>
                <a:lnTo>
                  <a:pt x="3902051" y="4875119"/>
                </a:lnTo>
                <a:lnTo>
                  <a:pt x="0" y="487511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4008" tIns="64008" rIns="85344" bIns="96012" numCol="1" spcCol="1270" rtlCol="0" anchor="t" anchorCtr="0">
            <a:noAutofit/>
          </a:bodyPr>
          <a:lstStyle/>
          <a:p>
            <a:pPr marL="114300" lvl="1" indent="-114300" algn="l" defTabSz="533400" rtl="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Wingdings" panose="05000000000000000000" pitchFamily="2" charset="2"/>
              <a:buChar char=""/>
            </a:pPr>
            <a:r>
              <a:rPr lang="it-IT" sz="1200" b="1" kern="1200" dirty="0"/>
              <a:t>Dati Demografici e Sociali:</a:t>
            </a:r>
            <a:r>
              <a:rPr lang="it-IT" sz="1200" kern="1200" dirty="0"/>
              <a:t> </a:t>
            </a:r>
            <a:r>
              <a:rPr lang="it-IT" sz="1200" kern="1200" dirty="0" err="1"/>
              <a:t>Marital</a:t>
            </a:r>
            <a:r>
              <a:rPr lang="it-IT" sz="1200" kern="1200" dirty="0"/>
              <a:t> status, </a:t>
            </a:r>
            <a:r>
              <a:rPr lang="it-IT" sz="1200" kern="1200" dirty="0" err="1"/>
              <a:t>Nacionality</a:t>
            </a:r>
            <a:r>
              <a:rPr lang="it-IT" sz="1200" kern="1200" dirty="0"/>
              <a:t>, </a:t>
            </a:r>
            <a:r>
              <a:rPr lang="it-IT" sz="1200" kern="1200" dirty="0" err="1"/>
              <a:t>Displaced</a:t>
            </a:r>
            <a:r>
              <a:rPr lang="it-IT" sz="1200" kern="1200" dirty="0"/>
              <a:t>, Gender, Age </a:t>
            </a:r>
            <a:r>
              <a:rPr lang="it-IT" sz="1200" kern="1200" dirty="0" err="1"/>
              <a:t>at</a:t>
            </a:r>
            <a:r>
              <a:rPr lang="it-IT" sz="1200" kern="1200" dirty="0"/>
              <a:t> </a:t>
            </a:r>
            <a:r>
              <a:rPr lang="it-IT" sz="1200" kern="1200" dirty="0" err="1"/>
              <a:t>enrollment</a:t>
            </a:r>
            <a:r>
              <a:rPr lang="it-IT" sz="1200" kern="1200" dirty="0"/>
              <a:t>, International.</a:t>
            </a:r>
            <a:endParaRPr lang="it-IT" sz="1200" kern="1200" noProof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14300" lvl="1" indent="-114300" algn="l" defTabSz="5334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US" sz="1200" b="1" kern="1200" dirty="0"/>
              <a:t>Background Socio-</a:t>
            </a:r>
            <a:r>
              <a:rPr lang="en-US" sz="1200" b="1" kern="1200" dirty="0" err="1"/>
              <a:t>Economico</a:t>
            </a:r>
            <a:r>
              <a:rPr lang="en-US" sz="1200" b="1" kern="1200" dirty="0"/>
              <a:t>:</a:t>
            </a:r>
            <a:r>
              <a:rPr lang="en-US" sz="1200" kern="1200" dirty="0"/>
              <a:t> Mother's qualification, Father's qualification, Mother's occupation, Father's occupation, Educational special needs, Debtor, Tuition fees up to date, Scholarship holder.</a:t>
            </a:r>
          </a:p>
          <a:p>
            <a:pPr marL="114300" lvl="1" indent="-114300" algn="l" defTabSz="5334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it-IT" sz="1200" b="1" kern="1200" dirty="0"/>
              <a:t>Percorso Accademico Pregresso:</a:t>
            </a:r>
            <a:r>
              <a:rPr lang="it-IT" sz="1200" kern="1200" dirty="0"/>
              <a:t> Application mode, Application </a:t>
            </a:r>
            <a:r>
              <a:rPr lang="it-IT" sz="1200" kern="1200" dirty="0" err="1"/>
              <a:t>order</a:t>
            </a:r>
            <a:r>
              <a:rPr lang="it-IT" sz="1200" kern="1200" dirty="0"/>
              <a:t>, Course, Daytime/</a:t>
            </a:r>
            <a:r>
              <a:rPr lang="it-IT" sz="1200" kern="1200" dirty="0" err="1"/>
              <a:t>evening</a:t>
            </a:r>
            <a:r>
              <a:rPr lang="it-IT" sz="1200" kern="1200" dirty="0"/>
              <a:t> </a:t>
            </a:r>
            <a:r>
              <a:rPr lang="it-IT" sz="1200" kern="1200" dirty="0" err="1"/>
              <a:t>attendance</a:t>
            </a:r>
            <a:r>
              <a:rPr lang="it-IT" sz="1200" kern="1200" dirty="0"/>
              <a:t>, </a:t>
            </a:r>
            <a:r>
              <a:rPr lang="it-IT" sz="1200" kern="1200" dirty="0" err="1"/>
              <a:t>Previous</a:t>
            </a:r>
            <a:r>
              <a:rPr lang="it-IT" sz="1200" kern="1200" dirty="0"/>
              <a:t> </a:t>
            </a:r>
            <a:r>
              <a:rPr lang="it-IT" sz="1200" kern="1200" dirty="0" err="1"/>
              <a:t>qualification</a:t>
            </a:r>
            <a:r>
              <a:rPr lang="it-IT" sz="1200" kern="1200" dirty="0"/>
              <a:t>, </a:t>
            </a:r>
            <a:r>
              <a:rPr lang="it-IT" sz="1200" kern="1200" dirty="0" err="1"/>
              <a:t>Previous</a:t>
            </a:r>
            <a:r>
              <a:rPr lang="it-IT" sz="1200" kern="1200" dirty="0"/>
              <a:t> </a:t>
            </a:r>
            <a:r>
              <a:rPr lang="it-IT" sz="1200" kern="1200" dirty="0" err="1"/>
              <a:t>qualification</a:t>
            </a:r>
            <a:r>
              <a:rPr lang="it-IT" sz="1200" kern="1200" dirty="0"/>
              <a:t> (grade), </a:t>
            </a:r>
            <a:r>
              <a:rPr lang="it-IT" sz="1200" kern="1200" dirty="0" err="1"/>
              <a:t>Admission</a:t>
            </a:r>
            <a:r>
              <a:rPr lang="it-IT" sz="1200" kern="1200" dirty="0"/>
              <a:t> grade.</a:t>
            </a:r>
          </a:p>
          <a:p>
            <a:pPr marL="114300" lvl="1" indent="-114300" algn="l" defTabSz="5334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it-IT" sz="1200" b="1" kern="1200" dirty="0"/>
              <a:t>Andamento Accademico 1° Semestre:</a:t>
            </a:r>
            <a:r>
              <a:rPr lang="it-IT" sz="1200" kern="1200" dirty="0"/>
              <a:t> </a:t>
            </a:r>
            <a:r>
              <a:rPr lang="it-IT" sz="1200" kern="1200" dirty="0" err="1"/>
              <a:t>Curricular</a:t>
            </a:r>
            <a:r>
              <a:rPr lang="it-IT" sz="1200" kern="1200" dirty="0"/>
              <a:t> </a:t>
            </a:r>
            <a:r>
              <a:rPr lang="it-IT" sz="1200" kern="1200" dirty="0" err="1"/>
              <a:t>units</a:t>
            </a:r>
            <a:r>
              <a:rPr lang="it-IT" sz="1200" kern="1200" dirty="0"/>
              <a:t> 1st </a:t>
            </a:r>
            <a:r>
              <a:rPr lang="it-IT" sz="1200" kern="1200" dirty="0" err="1"/>
              <a:t>sem</a:t>
            </a:r>
            <a:r>
              <a:rPr lang="it-IT" sz="1200" kern="1200" dirty="0"/>
              <a:t> (</a:t>
            </a:r>
            <a:r>
              <a:rPr lang="it-IT" sz="1200" kern="1200" dirty="0" err="1"/>
              <a:t>credited</a:t>
            </a:r>
            <a:r>
              <a:rPr lang="it-IT" sz="1200" kern="1200" dirty="0"/>
              <a:t>), </a:t>
            </a:r>
            <a:r>
              <a:rPr lang="it-IT" sz="1200" kern="1200" dirty="0" err="1"/>
              <a:t>Curricular</a:t>
            </a:r>
            <a:r>
              <a:rPr lang="it-IT" sz="1200" kern="1200" dirty="0"/>
              <a:t> </a:t>
            </a:r>
            <a:r>
              <a:rPr lang="it-IT" sz="1200" kern="1200" dirty="0" err="1"/>
              <a:t>units</a:t>
            </a:r>
            <a:r>
              <a:rPr lang="it-IT" sz="1200" kern="1200" dirty="0"/>
              <a:t> 1st </a:t>
            </a:r>
            <a:r>
              <a:rPr lang="it-IT" sz="1200" kern="1200" dirty="0" err="1"/>
              <a:t>sem</a:t>
            </a:r>
            <a:r>
              <a:rPr lang="it-IT" sz="1200" kern="1200" dirty="0"/>
              <a:t> (</a:t>
            </a:r>
            <a:r>
              <a:rPr lang="it-IT" sz="1200" kern="1200" dirty="0" err="1"/>
              <a:t>enrolled</a:t>
            </a:r>
            <a:r>
              <a:rPr lang="it-IT" sz="1200" kern="1200" dirty="0"/>
              <a:t>), </a:t>
            </a:r>
            <a:r>
              <a:rPr lang="it-IT" sz="1200" kern="1200" dirty="0" err="1"/>
              <a:t>Curricular</a:t>
            </a:r>
            <a:r>
              <a:rPr lang="it-IT" sz="1200" kern="1200" dirty="0"/>
              <a:t> </a:t>
            </a:r>
            <a:r>
              <a:rPr lang="it-IT" sz="1200" kern="1200" dirty="0" err="1"/>
              <a:t>units</a:t>
            </a:r>
            <a:r>
              <a:rPr lang="it-IT" sz="1200" kern="1200" dirty="0"/>
              <a:t> 1st </a:t>
            </a:r>
            <a:r>
              <a:rPr lang="it-IT" sz="1200" kern="1200" dirty="0" err="1"/>
              <a:t>sem</a:t>
            </a:r>
            <a:r>
              <a:rPr lang="it-IT" sz="1200" kern="1200" dirty="0"/>
              <a:t> (</a:t>
            </a:r>
            <a:r>
              <a:rPr lang="it-IT" sz="1200" kern="1200" dirty="0" err="1"/>
              <a:t>evaluations</a:t>
            </a:r>
            <a:r>
              <a:rPr lang="it-IT" sz="1200" kern="1200" dirty="0"/>
              <a:t>), </a:t>
            </a:r>
            <a:r>
              <a:rPr lang="it-IT" sz="1200" kern="1200" dirty="0" err="1"/>
              <a:t>Curricular</a:t>
            </a:r>
            <a:r>
              <a:rPr lang="it-IT" sz="1200" kern="1200" dirty="0"/>
              <a:t> </a:t>
            </a:r>
            <a:r>
              <a:rPr lang="it-IT" sz="1200" kern="1200" dirty="0" err="1"/>
              <a:t>units</a:t>
            </a:r>
            <a:r>
              <a:rPr lang="it-IT" sz="1200" kern="1200" dirty="0"/>
              <a:t> 1st </a:t>
            </a:r>
            <a:r>
              <a:rPr lang="it-IT" sz="1200" kern="1200" dirty="0" err="1"/>
              <a:t>sem</a:t>
            </a:r>
            <a:r>
              <a:rPr lang="it-IT" sz="1200" kern="1200" dirty="0"/>
              <a:t> (</a:t>
            </a:r>
            <a:r>
              <a:rPr lang="it-IT" sz="1200" kern="1200" dirty="0" err="1"/>
              <a:t>approved</a:t>
            </a:r>
            <a:r>
              <a:rPr lang="it-IT" sz="1200" kern="1200" dirty="0"/>
              <a:t>), </a:t>
            </a:r>
            <a:r>
              <a:rPr lang="it-IT" sz="1200" kern="1200" dirty="0" err="1"/>
              <a:t>Curricular</a:t>
            </a:r>
            <a:r>
              <a:rPr lang="it-IT" sz="1200" kern="1200" dirty="0"/>
              <a:t> </a:t>
            </a:r>
            <a:r>
              <a:rPr lang="it-IT" sz="1200" kern="1200" dirty="0" err="1"/>
              <a:t>units</a:t>
            </a:r>
            <a:r>
              <a:rPr lang="it-IT" sz="1200" kern="1200" dirty="0"/>
              <a:t> 1st </a:t>
            </a:r>
            <a:r>
              <a:rPr lang="it-IT" sz="1200" kern="1200" dirty="0" err="1"/>
              <a:t>sem</a:t>
            </a:r>
            <a:r>
              <a:rPr lang="it-IT" sz="1200" kern="1200" dirty="0"/>
              <a:t> (grade), </a:t>
            </a:r>
            <a:r>
              <a:rPr lang="it-IT" sz="1200" kern="1200" dirty="0" err="1"/>
              <a:t>Curricular</a:t>
            </a:r>
            <a:r>
              <a:rPr lang="it-IT" sz="1200" kern="1200" dirty="0"/>
              <a:t> </a:t>
            </a:r>
            <a:r>
              <a:rPr lang="it-IT" sz="1200" kern="1200" dirty="0" err="1"/>
              <a:t>units</a:t>
            </a:r>
            <a:r>
              <a:rPr lang="it-IT" sz="1200" kern="1200" dirty="0"/>
              <a:t> 1st </a:t>
            </a:r>
            <a:r>
              <a:rPr lang="it-IT" sz="1200" kern="1200" dirty="0" err="1"/>
              <a:t>sem</a:t>
            </a:r>
            <a:r>
              <a:rPr lang="it-IT" sz="1200" kern="1200" dirty="0"/>
              <a:t> (</a:t>
            </a:r>
            <a:r>
              <a:rPr lang="it-IT" sz="1200" kern="1200" dirty="0" err="1"/>
              <a:t>without</a:t>
            </a:r>
            <a:r>
              <a:rPr lang="it-IT" sz="1200" kern="1200" dirty="0"/>
              <a:t> </a:t>
            </a:r>
            <a:r>
              <a:rPr lang="it-IT" sz="1200" kern="1200" dirty="0" err="1"/>
              <a:t>evaluations</a:t>
            </a:r>
            <a:r>
              <a:rPr lang="it-IT" sz="1200" kern="1200" dirty="0"/>
              <a:t>).</a:t>
            </a:r>
          </a:p>
          <a:p>
            <a:pPr marL="114300" lvl="1" indent="-114300" algn="l" defTabSz="5334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US" sz="1200" b="1" kern="1200" dirty="0" err="1"/>
              <a:t>Andamento</a:t>
            </a:r>
            <a:r>
              <a:rPr lang="en-US" sz="1200" b="1" kern="1200" dirty="0"/>
              <a:t> </a:t>
            </a:r>
            <a:r>
              <a:rPr lang="en-US" sz="1200" b="1" kern="1200" dirty="0" err="1"/>
              <a:t>Accademico</a:t>
            </a:r>
            <a:r>
              <a:rPr lang="en-US" sz="1200" b="1" kern="1200" dirty="0"/>
              <a:t> 2° </a:t>
            </a:r>
            <a:r>
              <a:rPr lang="en-US" sz="1200" b="1" kern="1200" dirty="0" err="1"/>
              <a:t>Semestre</a:t>
            </a:r>
            <a:r>
              <a:rPr lang="en-US" sz="1200" b="1" kern="1200" dirty="0"/>
              <a:t>:</a:t>
            </a:r>
            <a:r>
              <a:rPr lang="en-US" sz="1200" kern="1200" dirty="0"/>
              <a:t> Curricular units 2nd </a:t>
            </a:r>
            <a:r>
              <a:rPr lang="en-US" sz="1200" kern="1200" dirty="0" err="1"/>
              <a:t>sem</a:t>
            </a:r>
            <a:r>
              <a:rPr lang="en-US" sz="1200" kern="1200" dirty="0"/>
              <a:t> (credited), Curricular units 2nd </a:t>
            </a:r>
            <a:r>
              <a:rPr lang="en-US" sz="1200" kern="1200" dirty="0" err="1"/>
              <a:t>sem</a:t>
            </a:r>
            <a:r>
              <a:rPr lang="en-US" sz="1200" kern="1200" dirty="0"/>
              <a:t> (enrolled), Curricular units 2nd </a:t>
            </a:r>
            <a:r>
              <a:rPr lang="en-US" sz="1200" kern="1200" dirty="0" err="1"/>
              <a:t>sem</a:t>
            </a:r>
            <a:r>
              <a:rPr lang="en-US" sz="1200" kern="1200" dirty="0"/>
              <a:t> (evaluations), Curricular units 2nd </a:t>
            </a:r>
            <a:r>
              <a:rPr lang="en-US" sz="1200" kern="1200" dirty="0" err="1"/>
              <a:t>sem</a:t>
            </a:r>
            <a:r>
              <a:rPr lang="en-US" sz="1200" kern="1200" dirty="0"/>
              <a:t> (approved), Curricular units 2nd </a:t>
            </a:r>
            <a:r>
              <a:rPr lang="en-US" sz="1200" kern="1200" dirty="0" err="1"/>
              <a:t>sem</a:t>
            </a:r>
            <a:r>
              <a:rPr lang="en-US" sz="1200" kern="1200" dirty="0"/>
              <a:t> (grade), Curricular units 2nd </a:t>
            </a:r>
            <a:r>
              <a:rPr lang="en-US" sz="1200" kern="1200" dirty="0" err="1"/>
              <a:t>sem</a:t>
            </a:r>
            <a:r>
              <a:rPr lang="en-US" sz="1200" kern="1200" dirty="0"/>
              <a:t> (without evaluations).</a:t>
            </a:r>
          </a:p>
          <a:p>
            <a:pPr marL="114300" lvl="1" indent="-114300" algn="l" defTabSz="5334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US" sz="1200" b="1" kern="1200" dirty="0" err="1"/>
              <a:t>Indicatori</a:t>
            </a:r>
            <a:r>
              <a:rPr lang="en-US" sz="1200" b="1" kern="1200" dirty="0"/>
              <a:t> </a:t>
            </a:r>
            <a:r>
              <a:rPr lang="en-US" sz="1200" b="1" kern="1200" dirty="0" err="1"/>
              <a:t>Macroeconomici</a:t>
            </a:r>
            <a:r>
              <a:rPr lang="en-US" sz="1200" b="1" kern="1200" dirty="0"/>
              <a:t>:</a:t>
            </a:r>
            <a:r>
              <a:rPr lang="en-US" sz="1200" kern="1200" dirty="0"/>
              <a:t> Unemployment rate, Inflation rate, GDP</a:t>
            </a:r>
          </a:p>
        </p:txBody>
      </p:sp>
      <p:sp>
        <p:nvSpPr>
          <p:cNvPr id="8" name="Figura a mano libera: forma 7">
            <a:extLst>
              <a:ext uri="{FF2B5EF4-FFF2-40B4-BE49-F238E27FC236}">
                <a16:creationId xmlns:a16="http://schemas.microsoft.com/office/drawing/2014/main" id="{2CF3D31F-7604-31A3-F774-AFE93964E74A}"/>
              </a:ext>
            </a:extLst>
          </p:cNvPr>
          <p:cNvSpPr/>
          <p:nvPr/>
        </p:nvSpPr>
        <p:spPr>
          <a:xfrm>
            <a:off x="4602812" y="1291336"/>
            <a:ext cx="3902051" cy="345600"/>
          </a:xfrm>
          <a:custGeom>
            <a:avLst/>
            <a:gdLst>
              <a:gd name="csX0" fmla="*/ 0 w 3902051"/>
              <a:gd name="csY0" fmla="*/ 0 h 345600"/>
              <a:gd name="csX1" fmla="*/ 3902051 w 3902051"/>
              <a:gd name="csY1" fmla="*/ 0 h 345600"/>
              <a:gd name="csX2" fmla="*/ 3902051 w 3902051"/>
              <a:gd name="csY2" fmla="*/ 345600 h 345600"/>
              <a:gd name="csX3" fmla="*/ 0 w 3902051"/>
              <a:gd name="csY3" fmla="*/ 345600 h 345600"/>
              <a:gd name="csX4" fmla="*/ 0 w 3902051"/>
              <a:gd name="csY4" fmla="*/ 0 h 345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902051" h="345600">
                <a:moveTo>
                  <a:pt x="0" y="0"/>
                </a:moveTo>
                <a:lnTo>
                  <a:pt x="3902051" y="0"/>
                </a:lnTo>
                <a:lnTo>
                  <a:pt x="3902051" y="345600"/>
                </a:lnTo>
                <a:lnTo>
                  <a:pt x="0" y="3456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5344" tIns="48768" rIns="85344" bIns="48768" numCol="1" spcCol="1270" rtlCol="0" anchor="ctr" anchorCtr="0">
            <a:noAutofit/>
          </a:bodyPr>
          <a:lstStyle/>
          <a:p>
            <a:pPr marL="0" lvl="0" indent="0" algn="ctr" defTabSz="53340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it-IT" sz="1200" kern="1200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Feature Finali (10 colonne)</a:t>
            </a:r>
          </a:p>
        </p:txBody>
      </p:sp>
      <p:sp>
        <p:nvSpPr>
          <p:cNvPr id="9" name="Figura a mano libera: forma 8">
            <a:extLst>
              <a:ext uri="{FF2B5EF4-FFF2-40B4-BE49-F238E27FC236}">
                <a16:creationId xmlns:a16="http://schemas.microsoft.com/office/drawing/2014/main" id="{1C4ECEE2-A5EA-8415-106B-07723AEA2730}"/>
              </a:ext>
            </a:extLst>
          </p:cNvPr>
          <p:cNvSpPr/>
          <p:nvPr/>
        </p:nvSpPr>
        <p:spPr>
          <a:xfrm>
            <a:off x="4602812" y="1636936"/>
            <a:ext cx="3902051" cy="4875119"/>
          </a:xfrm>
          <a:custGeom>
            <a:avLst/>
            <a:gdLst>
              <a:gd name="csX0" fmla="*/ 0 w 3902051"/>
              <a:gd name="csY0" fmla="*/ 0 h 4875119"/>
              <a:gd name="csX1" fmla="*/ 3902051 w 3902051"/>
              <a:gd name="csY1" fmla="*/ 0 h 4875119"/>
              <a:gd name="csX2" fmla="*/ 3902051 w 3902051"/>
              <a:gd name="csY2" fmla="*/ 4875119 h 4875119"/>
              <a:gd name="csX3" fmla="*/ 0 w 3902051"/>
              <a:gd name="csY3" fmla="*/ 4875119 h 4875119"/>
              <a:gd name="csX4" fmla="*/ 0 w 3902051"/>
              <a:gd name="csY4" fmla="*/ 0 h 48751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902051" h="4875119">
                <a:moveTo>
                  <a:pt x="0" y="0"/>
                </a:moveTo>
                <a:lnTo>
                  <a:pt x="3902051" y="0"/>
                </a:lnTo>
                <a:lnTo>
                  <a:pt x="3902051" y="4875119"/>
                </a:lnTo>
                <a:lnTo>
                  <a:pt x="0" y="487511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4676" tIns="74676" rIns="99568" bIns="112014" numCol="1" spcCol="1270" anchor="t" anchorCtr="0">
            <a:noAutofit/>
          </a:bodyPr>
          <a:lstStyle/>
          <a:p>
            <a:pPr marL="114300" lvl="1" indent="-114300" algn="l" defTabSz="6223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+mj-lt"/>
              <a:buAutoNum type="arabicPeriod"/>
            </a:pPr>
            <a:r>
              <a:rPr lang="it-IT" sz="1400" b="1" kern="1200" dirty="0"/>
              <a:t>Tuition </a:t>
            </a:r>
            <a:r>
              <a:rPr lang="it-IT" sz="1400" b="1" kern="1200" dirty="0" err="1"/>
              <a:t>fees</a:t>
            </a:r>
            <a:r>
              <a:rPr lang="it-IT" sz="1400" b="1" kern="1200" dirty="0"/>
              <a:t> up to date</a:t>
            </a:r>
            <a:r>
              <a:rPr lang="it-IT" sz="1400" kern="1200" dirty="0"/>
              <a:t> (Tasse in regola: indicatore critico di abbandono finanziario).</a:t>
            </a:r>
            <a:endParaRPr lang="it-IT" sz="1400" kern="1200" noProof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14300" lvl="1" indent="-114300" algn="l" defTabSz="6223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+mj-lt"/>
              <a:buAutoNum type="arabicPeriod"/>
            </a:pPr>
            <a:r>
              <a:rPr lang="it-IT" sz="1400" b="1" kern="1200" dirty="0" err="1"/>
              <a:t>Scholarship</a:t>
            </a:r>
            <a:r>
              <a:rPr lang="it-IT" sz="1400" b="1" kern="1200" dirty="0"/>
              <a:t> holder</a:t>
            </a:r>
            <a:r>
              <a:rPr lang="it-IT" sz="1400" kern="1200" dirty="0"/>
              <a:t> (Borsa di studio: impatta sulla stabilità dello studente).</a:t>
            </a:r>
          </a:p>
          <a:p>
            <a:pPr marL="114300" lvl="1" indent="-114300" algn="l" defTabSz="6223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+mj-lt"/>
              <a:buAutoNum type="arabicPeriod"/>
            </a:pPr>
            <a:r>
              <a:rPr lang="it-IT" sz="1400" b="1" kern="1200" dirty="0" err="1"/>
              <a:t>Debtor</a:t>
            </a:r>
            <a:r>
              <a:rPr lang="it-IT" sz="1400" kern="1200" dirty="0"/>
              <a:t> (Debiti finanziari con l'ateneo).</a:t>
            </a:r>
          </a:p>
          <a:p>
            <a:pPr marL="114300" lvl="1" indent="-114300" algn="l" defTabSz="6223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+mj-lt"/>
              <a:buAutoNum type="arabicPeriod"/>
            </a:pPr>
            <a:r>
              <a:rPr lang="it-IT" sz="1400" b="1" kern="1200" dirty="0"/>
              <a:t>Age </a:t>
            </a:r>
            <a:r>
              <a:rPr lang="it-IT" sz="1400" b="1" kern="1200" dirty="0" err="1"/>
              <a:t>at</a:t>
            </a:r>
            <a:r>
              <a:rPr lang="it-IT" sz="1400" b="1" kern="1200" dirty="0"/>
              <a:t> </a:t>
            </a:r>
            <a:r>
              <a:rPr lang="it-IT" sz="1400" b="1" kern="1200" dirty="0" err="1"/>
              <a:t>enrollment</a:t>
            </a:r>
            <a:r>
              <a:rPr lang="it-IT" sz="1400" kern="1200" dirty="0"/>
              <a:t> (Età all'iscrizione: utile per identificare studenti lavoratori o fuori corso).</a:t>
            </a:r>
          </a:p>
          <a:p>
            <a:pPr marL="114300" lvl="1" indent="-114300" algn="l" defTabSz="6223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+mj-lt"/>
              <a:buAutoNum type="arabicPeriod"/>
            </a:pPr>
            <a:r>
              <a:rPr lang="it-IT" sz="1400" b="1" kern="1200" dirty="0"/>
              <a:t>Gender</a:t>
            </a:r>
            <a:r>
              <a:rPr lang="it-IT" sz="1400" kern="1200" dirty="0"/>
              <a:t> (Genere: variabile demografica con impatto statistico).</a:t>
            </a:r>
          </a:p>
          <a:p>
            <a:pPr marL="114300" lvl="1" indent="-114300" algn="l" defTabSz="6223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+mj-lt"/>
              <a:buAutoNum type="arabicPeriod"/>
            </a:pPr>
            <a:r>
              <a:rPr lang="en-US" sz="1400" b="1" kern="1200" dirty="0"/>
              <a:t>Curricular units 1st </a:t>
            </a:r>
            <a:r>
              <a:rPr lang="en-US" sz="1400" b="1" kern="1200" dirty="0" err="1"/>
              <a:t>sem</a:t>
            </a:r>
            <a:r>
              <a:rPr lang="en-US" sz="1400" b="1" kern="1200" dirty="0"/>
              <a:t> (approved)</a:t>
            </a:r>
            <a:r>
              <a:rPr lang="en-US" sz="1400" kern="1200" dirty="0"/>
              <a:t> (CFU </a:t>
            </a:r>
            <a:r>
              <a:rPr lang="en-US" sz="1400" kern="1200" dirty="0" err="1"/>
              <a:t>approvati</a:t>
            </a:r>
            <a:r>
              <a:rPr lang="en-US" sz="1400" kern="1200" dirty="0"/>
              <a:t> </a:t>
            </a:r>
            <a:r>
              <a:rPr lang="en-US" sz="1400" kern="1200" dirty="0" err="1"/>
              <a:t>nel</a:t>
            </a:r>
            <a:r>
              <a:rPr lang="en-US" sz="1400" kern="1200" dirty="0"/>
              <a:t> 1° </a:t>
            </a:r>
            <a:r>
              <a:rPr lang="en-US" sz="1400" kern="1200" dirty="0" err="1"/>
              <a:t>sem</a:t>
            </a:r>
            <a:r>
              <a:rPr lang="en-US" sz="1400" kern="1200" dirty="0"/>
              <a:t>).</a:t>
            </a:r>
          </a:p>
          <a:p>
            <a:pPr marL="114300" lvl="1" indent="-114300" algn="l" defTabSz="6223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+mj-lt"/>
              <a:buAutoNum type="arabicPeriod"/>
            </a:pPr>
            <a:r>
              <a:rPr lang="pt-BR" sz="1400" b="1" kern="1200" dirty="0"/>
              <a:t>Curricular units 1st sem (grade)</a:t>
            </a:r>
            <a:r>
              <a:rPr lang="pt-BR" sz="1400" kern="1200" dirty="0"/>
              <a:t> (Media voti nel 1° sem).</a:t>
            </a:r>
          </a:p>
          <a:p>
            <a:pPr marL="114300" lvl="1" indent="-114300" algn="l" defTabSz="6223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+mj-lt"/>
              <a:buAutoNum type="arabicPeriod"/>
            </a:pPr>
            <a:r>
              <a:rPr lang="it-IT" sz="1400" b="1" kern="1200" dirty="0" err="1"/>
              <a:t>Curricular</a:t>
            </a:r>
            <a:r>
              <a:rPr lang="it-IT" sz="1400" b="1" kern="1200" dirty="0"/>
              <a:t> </a:t>
            </a:r>
            <a:r>
              <a:rPr lang="it-IT" sz="1400" b="1" kern="1200" dirty="0" err="1"/>
              <a:t>units</a:t>
            </a:r>
            <a:r>
              <a:rPr lang="it-IT" sz="1400" b="1" kern="1200" dirty="0"/>
              <a:t> 2nd </a:t>
            </a:r>
            <a:r>
              <a:rPr lang="it-IT" sz="1400" b="1" kern="1200" dirty="0" err="1"/>
              <a:t>sem</a:t>
            </a:r>
            <a:r>
              <a:rPr lang="it-IT" sz="1400" b="1" kern="1200" dirty="0"/>
              <a:t> (</a:t>
            </a:r>
            <a:r>
              <a:rPr lang="it-IT" sz="1400" b="1" kern="1200" dirty="0" err="1"/>
              <a:t>approved</a:t>
            </a:r>
            <a:r>
              <a:rPr lang="it-IT" sz="1400" b="1" kern="1200" dirty="0"/>
              <a:t>)</a:t>
            </a:r>
            <a:r>
              <a:rPr lang="it-IT" sz="1400" kern="1200" dirty="0"/>
              <a:t> (CFU approvati nel 2° </a:t>
            </a:r>
            <a:r>
              <a:rPr lang="it-IT" sz="1400" kern="1200" dirty="0" err="1"/>
              <a:t>sem</a:t>
            </a:r>
            <a:r>
              <a:rPr lang="it-IT" sz="1400" kern="1200" dirty="0"/>
              <a:t>).</a:t>
            </a:r>
          </a:p>
          <a:p>
            <a:pPr marL="114300" lvl="1" indent="-114300" algn="l" defTabSz="6223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+mj-lt"/>
              <a:buAutoNum type="arabicPeriod"/>
            </a:pPr>
            <a:r>
              <a:rPr lang="pt-BR" sz="1400" b="1" kern="1200" dirty="0"/>
              <a:t>Curricular units 2nd sem (grade)</a:t>
            </a:r>
            <a:r>
              <a:rPr lang="pt-BR" sz="1400" kern="1200" dirty="0"/>
              <a:t> (Media voti nel 2° sem).</a:t>
            </a:r>
          </a:p>
          <a:p>
            <a:pPr marL="114300" lvl="1" indent="-114300" algn="l" defTabSz="6223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+mj-lt"/>
              <a:buAutoNum type="arabicPeriod"/>
            </a:pPr>
            <a:r>
              <a:rPr lang="it-IT" sz="1400" b="1" kern="1200" dirty="0"/>
              <a:t>Target</a:t>
            </a:r>
            <a:r>
              <a:rPr lang="it-IT" sz="1400" kern="1200" dirty="0"/>
              <a:t> (La nostra etichetta per l'apprendimento supervisionato).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EDDC4312-A1A3-901F-F03D-68E4E610F90D}"/>
              </a:ext>
            </a:extLst>
          </p:cNvPr>
          <p:cNvSpPr txBox="1"/>
          <p:nvPr/>
        </p:nvSpPr>
        <p:spPr>
          <a:xfrm>
            <a:off x="8526606" y="1259526"/>
            <a:ext cx="3576057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Obiettivo:</a:t>
            </a:r>
            <a:r>
              <a:rPr lang="it-I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Riduzione della dimensionalità per migliorare la generalizzazione del modello ed evitare l'</a:t>
            </a:r>
            <a:r>
              <a:rPr lang="it-IT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overfitting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Selection: </a:t>
            </a:r>
            <a:r>
              <a:rPr lang="it-I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come il tasso di inflazione o l'occupazione dei genitori, pur essendo interessanti statisticamente, introducevano complessità inutile per il nostro task predittivo.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Colonne rimosse:</a:t>
            </a:r>
            <a:r>
              <a:rPr lang="it-I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Variabili macroeconomiche (GDP, Inflation) e dati socio-familiari (Occupazione genitori)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294900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olo 7">
            <a:extLst>
              <a:ext uri="{FF2B5EF4-FFF2-40B4-BE49-F238E27FC236}">
                <a16:creationId xmlns:a16="http://schemas.microsoft.com/office/drawing/2014/main" id="{EEF77541-68BC-8208-B01A-902AE2C7C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088" y="2103829"/>
            <a:ext cx="3966447" cy="2650340"/>
          </a:xfrm>
        </p:spPr>
        <p:txBody>
          <a:bodyPr/>
          <a:lstStyle/>
          <a:p>
            <a:pPr algn="ctr"/>
            <a:r>
              <a:rPr lang="it-IT" dirty="0">
                <a:latin typeface="Algerian" panose="04020705040A02060702" pitchFamily="82" charset="0"/>
              </a:rPr>
              <a:t>Data </a:t>
            </a:r>
            <a:br>
              <a:rPr lang="it-IT" dirty="0">
                <a:latin typeface="Algerian" panose="04020705040A02060702" pitchFamily="82" charset="0"/>
              </a:rPr>
            </a:br>
            <a:r>
              <a:rPr lang="it-IT" dirty="0">
                <a:latin typeface="Algerian" panose="04020705040A02060702" pitchFamily="82" charset="0"/>
              </a:rPr>
              <a:t>Pre-Processing</a:t>
            </a:r>
            <a:br>
              <a:rPr lang="it-IT" dirty="0">
                <a:latin typeface="Algerian" panose="04020705040A02060702" pitchFamily="82" charset="0"/>
              </a:rPr>
            </a:br>
            <a:r>
              <a:rPr lang="it-IT" dirty="0">
                <a:latin typeface="Algerian" panose="04020705040A02060702" pitchFamily="82" charset="0"/>
              </a:rPr>
              <a:t>&amp;</a:t>
            </a:r>
            <a:br>
              <a:rPr lang="it-IT" dirty="0">
                <a:latin typeface="Algerian" panose="04020705040A02060702" pitchFamily="82" charset="0"/>
              </a:rPr>
            </a:br>
            <a:r>
              <a:rPr lang="it-IT" dirty="0">
                <a:latin typeface="Algerian" panose="04020705040A02060702" pitchFamily="82" charset="0"/>
              </a:rPr>
              <a:t>trasformation</a:t>
            </a:r>
          </a:p>
        </p:txBody>
      </p:sp>
      <p:graphicFrame>
        <p:nvGraphicFramePr>
          <p:cNvPr id="6" name="Segnaposto contenuto 5">
            <a:extLst>
              <a:ext uri="{FF2B5EF4-FFF2-40B4-BE49-F238E27FC236}">
                <a16:creationId xmlns:a16="http://schemas.microsoft.com/office/drawing/2014/main" id="{503E45A5-0D0C-2401-9C5D-49C98C32A22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43553108"/>
              </p:ext>
            </p:extLst>
          </p:nvPr>
        </p:nvGraphicFramePr>
        <p:xfrm>
          <a:off x="4462395" y="356952"/>
          <a:ext cx="7466728" cy="61440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6846747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racture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E26DEA8-7EE4-E1AD-AA9F-C7B8EB3090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4713492"/>
            <a:ext cx="8534400" cy="1507067"/>
          </a:xfrm>
        </p:spPr>
        <p:txBody>
          <a:bodyPr/>
          <a:lstStyle/>
          <a:p>
            <a:pPr algn="ctr"/>
            <a:r>
              <a:rPr lang="it-IT" dirty="0">
                <a:latin typeface="Algerian" panose="04020705040A02060702" pitchFamily="82" charset="0"/>
              </a:rPr>
              <a:t>Qualità dei dati e integrità</a:t>
            </a:r>
          </a:p>
        </p:txBody>
      </p:sp>
      <p:graphicFrame>
        <p:nvGraphicFramePr>
          <p:cNvPr id="4" name="Segnaposto contenuto 3">
            <a:extLst>
              <a:ext uri="{FF2B5EF4-FFF2-40B4-BE49-F238E27FC236}">
                <a16:creationId xmlns:a16="http://schemas.microsoft.com/office/drawing/2014/main" id="{D3F8F10A-0ED1-D361-9727-B51CABDB37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7813528"/>
              </p:ext>
            </p:extLst>
          </p:nvPr>
        </p:nvGraphicFramePr>
        <p:xfrm>
          <a:off x="1828800" y="1098754"/>
          <a:ext cx="8534400" cy="36147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938119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>
        <p14:honeycomb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F0517CE-217A-A5B8-B5B1-EA97D5CB4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6100" y="258097"/>
            <a:ext cx="6019800" cy="803787"/>
          </a:xfrm>
        </p:spPr>
        <p:txBody>
          <a:bodyPr>
            <a:normAutofit/>
          </a:bodyPr>
          <a:lstStyle/>
          <a:p>
            <a:pPr algn="ctr"/>
            <a:r>
              <a:rPr lang="it-IT" sz="4000" dirty="0">
                <a:latin typeface="Algerian" panose="04020705040A02060702" pitchFamily="82" charset="0"/>
              </a:rPr>
              <a:t>Missing Values</a:t>
            </a:r>
          </a:p>
        </p:txBody>
      </p:sp>
      <p:pic>
        <p:nvPicPr>
          <p:cNvPr id="6" name="Segnaposto immagine 5">
            <a:extLst>
              <a:ext uri="{FF2B5EF4-FFF2-40B4-BE49-F238E27FC236}">
                <a16:creationId xmlns:a16="http://schemas.microsoft.com/office/drawing/2014/main" id="{53B97BED-4815-1168-47A6-9467B89FD9AD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5983" t="2330" r="3746" b="943"/>
          <a:stretch>
            <a:fillRect/>
          </a:stretch>
        </p:blipFill>
        <p:spPr>
          <a:xfrm>
            <a:off x="275304" y="1233916"/>
            <a:ext cx="5192226" cy="3338084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FE14D62-56F2-A0CB-B820-2458763A7C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24053" y="1233916"/>
            <a:ext cx="6021388" cy="3429000"/>
          </a:xfrm>
        </p:spPr>
        <p:txBody>
          <a:bodyPr>
            <a:normAutofit/>
          </a:bodyPr>
          <a:lstStyle/>
          <a:p>
            <a:r>
              <a:rPr lang="it-IT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È stata effettuata un'ispezione preventiva con: </a:t>
            </a:r>
            <a:r>
              <a:rPr lang="it-IT" sz="2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df.isnull</a:t>
            </a:r>
            <a:r>
              <a:rPr lang="it-IT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().sum();</a:t>
            </a:r>
          </a:p>
          <a:p>
            <a:r>
              <a:rPr lang="it-IT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 dataset non presentava valori nulli (0 missing values), pertanto non è stato necessario applicare tecniche di imputazione (come media o moda).</a:t>
            </a: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06052629-F8C7-C5D5-BF70-2C0BAD7AF7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3499886" y="4834948"/>
            <a:ext cx="5192227" cy="1714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36917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8D2A83-953D-C75E-A679-FF642CE40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44ABD71-F4CC-2127-580D-E6D03D9B6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6100" y="283633"/>
            <a:ext cx="6019800" cy="768420"/>
          </a:xfrm>
        </p:spPr>
        <p:txBody>
          <a:bodyPr>
            <a:normAutofit/>
          </a:bodyPr>
          <a:lstStyle/>
          <a:p>
            <a:pPr algn="ctr"/>
            <a:r>
              <a:rPr lang="it-IT" sz="4000" dirty="0">
                <a:latin typeface="Algerian" panose="04020705040A02060702" pitchFamily="82" charset="0"/>
              </a:rPr>
              <a:t>Outliers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5E14868C-419C-317C-306E-E30A2431E6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83045" y="1296318"/>
            <a:ext cx="6019800" cy="2846438"/>
          </a:xfrm>
        </p:spPr>
        <p:txBody>
          <a:bodyPr>
            <a:normAutofit/>
          </a:bodyPr>
          <a:lstStyle/>
          <a:p>
            <a:r>
              <a:rPr lang="it-IT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Gli outlier sono dati che si discostano enormemente dalla media e possono "sporcare" l'addestramento.</a:t>
            </a:r>
          </a:p>
          <a:p>
            <a:r>
              <a:rPr lang="it-IT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È stata effettuata l’analisi degli outliers sulla variabile Età tramite Boxplot per identificare valori estremi ma congrui con lo scenario reale.</a:t>
            </a:r>
          </a:p>
          <a:p>
            <a:r>
              <a:rPr lang="it-IT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Gli outliers individuati sono stati mantenuti poiché rappresentano casi reali di studenti, non errori sistematici.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7B992E5B-FB74-7B78-2823-2FA8BB7D222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15847" t="21631" r="12662" b="35172"/>
          <a:stretch>
            <a:fillRect/>
          </a:stretch>
        </p:blipFill>
        <p:spPr>
          <a:xfrm>
            <a:off x="5683045" y="4167885"/>
            <a:ext cx="3254478" cy="196645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39BC348C-238F-6A15-97AF-B95343C173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756" y="1296318"/>
            <a:ext cx="5433531" cy="424470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7363255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85C64-80C8-4409-FEBA-E3B82202E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D77354C-3657-C3EA-503A-DEBABBE01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6100" y="516711"/>
            <a:ext cx="6019800" cy="778252"/>
          </a:xfrm>
        </p:spPr>
        <p:txBody>
          <a:bodyPr>
            <a:normAutofit/>
          </a:bodyPr>
          <a:lstStyle/>
          <a:p>
            <a:pPr algn="ctr"/>
            <a:r>
              <a:rPr lang="it-IT" sz="4000" dirty="0">
                <a:latin typeface="Algerian" panose="04020705040A02060702" pitchFamily="82" charset="0"/>
              </a:rPr>
              <a:t>Imbalanced data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CD4D476A-544D-1A75-CC41-6234205B8E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29057" y="1367639"/>
            <a:ext cx="6019800" cy="2943807"/>
          </a:xfrm>
        </p:spPr>
        <p:txBody>
          <a:bodyPr>
            <a:normAutofit fontScale="85000" lnSpcReduction="10000"/>
          </a:bodyPr>
          <a:lstStyle/>
          <a:p>
            <a:r>
              <a:rPr lang="it-IT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 dataset presenta uno sbilanciamento tra le classi (es. prevalenza di Graduate). Per evitare bias nel modello, è stata utilizzata una pesatura delle classi durante il training, garantendo che l'errore sui Dropout avesse un peso maggiore.</a:t>
            </a:r>
          </a:p>
          <a:p>
            <a:r>
              <a:rPr lang="it-IT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Metriche come </a:t>
            </a:r>
            <a:r>
              <a:rPr lang="it-IT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F1-Score</a:t>
            </a:r>
            <a:r>
              <a:rPr lang="it-IT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sono più utili invece dell'</a:t>
            </a:r>
            <a:r>
              <a:rPr lang="it-IT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  <a:r>
              <a:rPr lang="it-IT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proprio perché i dati non      sono perfettamente bilanciati.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6370A290-402C-270E-3D7A-88E8184864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r="21349"/>
          <a:stretch>
            <a:fillRect/>
          </a:stretch>
        </p:blipFill>
        <p:spPr>
          <a:xfrm>
            <a:off x="5647044" y="4311446"/>
            <a:ext cx="3920370" cy="2136211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FE8EAF37-D339-4411-8ACB-E8C237DEC0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55" y="1367639"/>
            <a:ext cx="5376002" cy="3950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5722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17E4D10-FE25-FFF2-7440-62264BD63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661855"/>
            <a:ext cx="11320975" cy="1510345"/>
          </a:xfrm>
        </p:spPr>
        <p:txBody>
          <a:bodyPr/>
          <a:lstStyle/>
          <a:p>
            <a:r>
              <a:rPr lang="it-IT" dirty="0">
                <a:latin typeface="Algerian" panose="04020705040A02060702" pitchFamily="82" charset="0"/>
              </a:rPr>
              <a:t>Model Selection: Random Forest Classifier</a:t>
            </a:r>
          </a:p>
        </p:txBody>
      </p:sp>
      <p:graphicFrame>
        <p:nvGraphicFramePr>
          <p:cNvPr id="5" name="Segnaposto contenuto 4">
            <a:extLst>
              <a:ext uri="{FF2B5EF4-FFF2-40B4-BE49-F238E27FC236}">
                <a16:creationId xmlns:a16="http://schemas.microsoft.com/office/drawing/2014/main" id="{2F2878BA-ACEA-98D1-B7CD-61ECB42D42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10717556"/>
              </p:ext>
            </p:extLst>
          </p:nvPr>
        </p:nvGraphicFramePr>
        <p:xfrm>
          <a:off x="684213" y="685800"/>
          <a:ext cx="7388071" cy="37288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Immagine 6">
            <a:extLst>
              <a:ext uri="{FF2B5EF4-FFF2-40B4-BE49-F238E27FC236}">
                <a16:creationId xmlns:a16="http://schemas.microsoft.com/office/drawing/2014/main" id="{EBC57E8B-10A7-61BE-9B56-B5C04F6C22E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8195187" y="1111045"/>
            <a:ext cx="3810000" cy="3234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22538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" dur="25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A53A4942-0B42-756D-D274-4A053D544F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14471" t="2769" r="10949" b="10264"/>
          <a:stretch>
            <a:fillRect/>
          </a:stretch>
        </p:blipFill>
        <p:spPr>
          <a:xfrm>
            <a:off x="215037" y="3640666"/>
            <a:ext cx="4553607" cy="2986276"/>
          </a:xfr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47F5B7CF-6303-95CD-ABB9-6857BAD04C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3910" y="4723306"/>
            <a:ext cx="8534400" cy="1507067"/>
          </a:xfrm>
        </p:spPr>
        <p:txBody>
          <a:bodyPr/>
          <a:lstStyle/>
          <a:p>
            <a:pPr algn="ctr"/>
            <a:r>
              <a:rPr lang="it-IT" dirty="0">
                <a:latin typeface="Algerian" panose="04020705040A02060702" pitchFamily="82" charset="0"/>
              </a:rPr>
              <a:t>Strategia di validazione</a:t>
            </a:r>
          </a:p>
        </p:txBody>
      </p:sp>
      <p:graphicFrame>
        <p:nvGraphicFramePr>
          <p:cNvPr id="6" name="Diagramma 5">
            <a:extLst>
              <a:ext uri="{FF2B5EF4-FFF2-40B4-BE49-F238E27FC236}">
                <a16:creationId xmlns:a16="http://schemas.microsoft.com/office/drawing/2014/main" id="{5B4B5365-EEFC-5661-1DA1-F9B9BBFF93C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56233715"/>
              </p:ext>
            </p:extLst>
          </p:nvPr>
        </p:nvGraphicFramePr>
        <p:xfrm>
          <a:off x="723991" y="143111"/>
          <a:ext cx="10744017" cy="41836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2869768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FAC70E05-1174-7EAC-E3B3-0CF605425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-196645"/>
            <a:ext cx="8534400" cy="1507067"/>
          </a:xfrm>
        </p:spPr>
        <p:txBody>
          <a:bodyPr>
            <a:normAutofit/>
          </a:bodyPr>
          <a:lstStyle/>
          <a:p>
            <a:pPr algn="ctr"/>
            <a:r>
              <a:rPr lang="it-IT" sz="4800" dirty="0">
                <a:latin typeface="Algerian" panose="04020705040A02060702" pitchFamily="82" charset="0"/>
              </a:rPr>
              <a:t>Analisi delle prestazioni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05591CD4-2E92-17E5-CC53-01532C6CD2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58814" y="1218540"/>
            <a:ext cx="4649787" cy="576262"/>
          </a:xfrm>
        </p:spPr>
        <p:txBody>
          <a:bodyPr/>
          <a:lstStyle/>
          <a:p>
            <a:pPr algn="ctr"/>
            <a:r>
              <a:rPr lang="it-IT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Confusion Matrix</a:t>
            </a:r>
          </a:p>
        </p:txBody>
      </p:sp>
      <p:pic>
        <p:nvPicPr>
          <p:cNvPr id="10" name="Segnaposto contenuto 9">
            <a:extLst>
              <a:ext uri="{FF2B5EF4-FFF2-40B4-BE49-F238E27FC236}">
                <a16:creationId xmlns:a16="http://schemas.microsoft.com/office/drawing/2014/main" id="{9C784E8E-5FD8-D7FE-C489-043FA11C692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795" y="1944885"/>
            <a:ext cx="5535560" cy="4273064"/>
          </a:xfrm>
          <a:prstGeom prst="rect">
            <a:avLst/>
          </a:prstGeom>
        </p:spPr>
      </p:pic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C6F4D1DD-38B6-2AC7-6C56-07B61F51EB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662033" y="1218540"/>
            <a:ext cx="2927090" cy="576262"/>
          </a:xfrm>
        </p:spPr>
        <p:txBody>
          <a:bodyPr/>
          <a:lstStyle/>
          <a:p>
            <a:pPr algn="ctr"/>
            <a:r>
              <a:rPr lang="it-IT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Classi:</a:t>
            </a:r>
          </a:p>
        </p:txBody>
      </p:sp>
      <p:graphicFrame>
        <p:nvGraphicFramePr>
          <p:cNvPr id="12" name="Segnaposto contenuto 11">
            <a:extLst>
              <a:ext uri="{FF2B5EF4-FFF2-40B4-BE49-F238E27FC236}">
                <a16:creationId xmlns:a16="http://schemas.microsoft.com/office/drawing/2014/main" id="{71A8B08F-1A2F-E292-90F4-8B8987D2A460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892175626"/>
              </p:ext>
            </p:extLst>
          </p:nvPr>
        </p:nvGraphicFramePr>
        <p:xfrm>
          <a:off x="6147647" y="1944885"/>
          <a:ext cx="5975527" cy="42730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BFE44289-B711-60A2-717A-70B16DCDB880}"/>
              </a:ext>
            </a:extLst>
          </p:cNvPr>
          <p:cNvSpPr txBox="1"/>
          <p:nvPr/>
        </p:nvSpPr>
        <p:spPr>
          <a:xfrm>
            <a:off x="7187380" y="2433164"/>
            <a:ext cx="8652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88%</a:t>
            </a:r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E80F8AC9-C329-0EA8-F1D1-732C126BDB86}"/>
              </a:ext>
            </a:extLst>
          </p:cNvPr>
          <p:cNvSpPr txBox="1"/>
          <p:nvPr/>
        </p:nvSpPr>
        <p:spPr>
          <a:xfrm>
            <a:off x="7187381" y="3252517"/>
            <a:ext cx="8652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71%</a:t>
            </a:r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BD991FDB-78EC-1312-AFAF-F9235F587BC8}"/>
              </a:ext>
            </a:extLst>
          </p:cNvPr>
          <p:cNvSpPr txBox="1"/>
          <p:nvPr/>
        </p:nvSpPr>
        <p:spPr>
          <a:xfrm>
            <a:off x="7187382" y="4010886"/>
            <a:ext cx="8652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30%</a:t>
            </a:r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6EBABCE4-084B-AA3A-F652-B3E9109FB3E6}"/>
              </a:ext>
            </a:extLst>
          </p:cNvPr>
          <p:cNvSpPr txBox="1"/>
          <p:nvPr/>
        </p:nvSpPr>
        <p:spPr>
          <a:xfrm>
            <a:off x="6946544" y="1875268"/>
            <a:ext cx="14945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Recall:</a:t>
            </a:r>
          </a:p>
        </p:txBody>
      </p:sp>
    </p:spTree>
    <p:extLst>
      <p:ext uri="{BB962C8B-B14F-4D97-AF65-F5344CB8AC3E}">
        <p14:creationId xmlns:p14="http://schemas.microsoft.com/office/powerpoint/2010/main" val="21060750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800" decel="100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800" decel="100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00" decel="100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800" decel="100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800" decel="100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8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8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8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800" decel="100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8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8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8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800" decel="100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8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8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8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800" decel="100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8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8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8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Graphic spid="12" grpId="0">
        <p:bldAsOne/>
      </p:bldGraphic>
      <p:bldP spid="21" grpId="0"/>
      <p:bldP spid="22" grpId="0"/>
      <p:bldP spid="23" grpId="0"/>
      <p:bldP spid="2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olo 11">
            <a:extLst>
              <a:ext uri="{FF2B5EF4-FFF2-40B4-BE49-F238E27FC236}">
                <a16:creationId xmlns:a16="http://schemas.microsoft.com/office/drawing/2014/main" id="{FAC4CB03-B9F1-FFA5-FF70-55F27A538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73335"/>
            <a:ext cx="4272116" cy="629323"/>
          </a:xfrm>
        </p:spPr>
        <p:txBody>
          <a:bodyPr>
            <a:normAutofit/>
          </a:bodyPr>
          <a:lstStyle/>
          <a:p>
            <a:pPr algn="ctr"/>
            <a:r>
              <a:rPr lang="it-IT" sz="2800" dirty="0">
                <a:latin typeface="Algerian" panose="04020705040A02060702" pitchFamily="82" charset="0"/>
              </a:rPr>
              <a:t>Feature Importance</a:t>
            </a:r>
          </a:p>
        </p:txBody>
      </p:sp>
      <p:pic>
        <p:nvPicPr>
          <p:cNvPr id="16" name="Segnaposto contenuto 15">
            <a:extLst>
              <a:ext uri="{FF2B5EF4-FFF2-40B4-BE49-F238E27FC236}">
                <a16:creationId xmlns:a16="http://schemas.microsoft.com/office/drawing/2014/main" id="{95515071-4AF2-5844-428F-92DAB9E867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2116" y="973335"/>
            <a:ext cx="7799572" cy="4650716"/>
          </a:xfrm>
          <a:prstGeom prst="rect">
            <a:avLst/>
          </a:prstGeom>
        </p:spPr>
      </p:pic>
      <p:sp>
        <p:nvSpPr>
          <p:cNvPr id="14" name="Segnaposto testo 13">
            <a:extLst>
              <a:ext uri="{FF2B5EF4-FFF2-40B4-BE49-F238E27FC236}">
                <a16:creationId xmlns:a16="http://schemas.microsoft.com/office/drawing/2014/main" id="{E7361E70-B779-E573-74A1-BB7E20AA2D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0" y="1602657"/>
            <a:ext cx="4272116" cy="4021393"/>
          </a:xfrm>
        </p:spPr>
        <p:txBody>
          <a:bodyPr>
            <a:normAutofit lnSpcReduction="10000"/>
          </a:bodyPr>
          <a:lstStyle/>
          <a:p>
            <a:r>
              <a:rPr lang="it-IT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Tramite l’analisi delle variabili predittive ho riscontrato che: il </a:t>
            </a:r>
            <a:r>
              <a:rPr lang="it-IT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rendimento accademico del secondo semestre </a:t>
            </a:r>
            <a:r>
              <a:rPr lang="it-IT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è il miglior indicatore dell’esito finale, seguito dal </a:t>
            </a:r>
            <a:r>
              <a:rPr lang="it-IT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rendimento del primo semestre</a:t>
            </a:r>
            <a:r>
              <a:rPr lang="it-IT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suggerendo che la capacità di adattamento dopo l'impatto iniziale sia cruciale.</a:t>
            </a:r>
          </a:p>
          <a:p>
            <a:r>
              <a:rPr lang="it-IT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L’</a:t>
            </a:r>
            <a:r>
              <a:rPr lang="it-IT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Età all’iscrizione </a:t>
            </a:r>
            <a:r>
              <a:rPr lang="it-IT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è la quarta feature più importante. Questo indica che l'età in cui si inizia il percorso incide significativamente sulle probabilità di successo o dropout.</a:t>
            </a:r>
          </a:p>
          <a:p>
            <a:r>
              <a:rPr lang="it-IT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Variabili come </a:t>
            </a:r>
            <a:r>
              <a:rPr lang="it-IT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Tasse universitarie</a:t>
            </a:r>
            <a:r>
              <a:rPr lang="it-IT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it-IT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Titolare di borsa di studio e Debiti</a:t>
            </a:r>
            <a:r>
              <a:rPr lang="it-IT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pur avendo un'importanza minore rispetto ai voti, mostrano come la stabilità finanziaria rimanga un prerequisito fondamentale per la continuità degli studi.</a:t>
            </a:r>
          </a:p>
        </p:txBody>
      </p:sp>
    </p:spTree>
    <p:extLst>
      <p:ext uri="{BB962C8B-B14F-4D97-AF65-F5344CB8AC3E}">
        <p14:creationId xmlns:p14="http://schemas.microsoft.com/office/powerpoint/2010/main" val="196006616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la 1">
            <a:extLst>
              <a:ext uri="{FF2B5EF4-FFF2-40B4-BE49-F238E27FC236}">
                <a16:creationId xmlns:a16="http://schemas.microsoft.com/office/drawing/2014/main" id="{3A213A0B-3D6A-C84E-C6BF-0D5C7C2917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5626819"/>
              </p:ext>
            </p:extLst>
          </p:nvPr>
        </p:nvGraphicFramePr>
        <p:xfrm>
          <a:off x="1828798" y="1473564"/>
          <a:ext cx="8534400" cy="2255520"/>
        </p:xfrm>
        <a:graphic>
          <a:graphicData uri="http://schemas.openxmlformats.org/drawingml/2006/table">
            <a:tbl>
              <a:tblPr/>
              <a:tblGrid>
                <a:gridCol w="2133600">
                  <a:extLst>
                    <a:ext uri="{9D8B030D-6E8A-4147-A177-3AD203B41FA5}">
                      <a16:colId xmlns:a16="http://schemas.microsoft.com/office/drawing/2014/main" val="2321255774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495248895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853361997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70735509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it-IT" b="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Classe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it-IT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Precision (Affidabilità)</a:t>
                      </a:r>
                      <a:endParaRPr lang="it-IT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it-IT" b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Recall (Capacità di individuazione)</a:t>
                      </a:r>
                      <a:endParaRPr lang="it-IT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it-IT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F1-Score</a:t>
                      </a:r>
                      <a:endParaRPr lang="it-IT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02281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it-IT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Dropout</a:t>
                      </a:r>
                      <a:endParaRPr lang="it-IT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it-IT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79.8%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it-IT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71.2%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it-IT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75.2%</a:t>
                      </a:r>
                      <a:endParaRPr lang="it-IT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25567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it-IT" b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Enrolled</a:t>
                      </a:r>
                      <a:endParaRPr lang="it-IT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it-IT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41.3%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it-IT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29.8%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it-IT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34.6%</a:t>
                      </a:r>
                      <a:endParaRPr lang="it-IT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45294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it-IT" b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Graduate</a:t>
                      </a:r>
                      <a:endParaRPr lang="it-IT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it-IT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74.7%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it-IT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88.3%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it-IT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80.9%</a:t>
                      </a:r>
                      <a:endParaRPr lang="it-IT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75575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it-IT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TOTALE (Accuracy)</a:t>
                      </a:r>
                      <a:endParaRPr lang="it-IT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it-IT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it-IT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it-IT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72.2%</a:t>
                      </a:r>
                      <a:endParaRPr lang="it-IT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8592187"/>
                  </a:ext>
                </a:extLst>
              </a:tr>
            </a:tbl>
          </a:graphicData>
        </a:graphic>
      </p:graphicFrame>
      <p:sp>
        <p:nvSpPr>
          <p:cNvPr id="3" name="Titolo 2">
            <a:extLst>
              <a:ext uri="{FF2B5EF4-FFF2-40B4-BE49-F238E27FC236}">
                <a16:creationId xmlns:a16="http://schemas.microsoft.com/office/drawing/2014/main" id="{271FAF68-2EF3-57F3-91C1-B51A8B4F7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797" y="617493"/>
            <a:ext cx="8534401" cy="758313"/>
          </a:xfrm>
        </p:spPr>
        <p:txBody>
          <a:bodyPr>
            <a:normAutofit/>
          </a:bodyPr>
          <a:lstStyle/>
          <a:p>
            <a:pPr algn="ctr"/>
            <a:r>
              <a:rPr lang="it-IT" sz="4000" dirty="0">
                <a:latin typeface="Algerian" panose="04020705040A02060702" pitchFamily="82" charset="0"/>
              </a:rPr>
              <a:t>Conclusioni Tecniche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5E60207E-FB99-ADCF-BE68-9C414C5956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28798" y="3826842"/>
            <a:ext cx="8534400" cy="2849261"/>
          </a:xfrm>
        </p:spPr>
        <p:txBody>
          <a:bodyPr/>
          <a:lstStyle/>
          <a:p>
            <a:r>
              <a:rPr lang="it-IT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classe 'Enrolled' presenta un F1-Score minore poiché rappresenta uno stato transitorio con caratteristiche ibride tra chi abbandona e chi completa il percorso, rendendo il confine decisionale meno netto per l'algoritmo.</a:t>
            </a:r>
          </a:p>
          <a:p>
            <a:r>
              <a:rPr lang="it-IT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L'accuratezza del </a:t>
            </a:r>
            <a:r>
              <a:rPr lang="it-IT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72%</a:t>
            </a:r>
            <a:r>
              <a:rPr lang="it-IT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è ottima per un problema a 3 classi e la Cross-Validation ha dato risultati stabili, confermando che il modello non è in overfitting.</a:t>
            </a:r>
          </a:p>
          <a:p>
            <a:r>
              <a:rPr lang="it-IT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 modello del genere potrebbe essere usato per supportare l’Ateneo nell’individuare potenziali "Dropout" e inviare mail di supporto preventivo agli studenti a rischio.</a:t>
            </a:r>
          </a:p>
        </p:txBody>
      </p:sp>
    </p:spTree>
    <p:extLst>
      <p:ext uri="{BB962C8B-B14F-4D97-AF65-F5344CB8AC3E}">
        <p14:creationId xmlns:p14="http://schemas.microsoft.com/office/powerpoint/2010/main" val="19972575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0B1B3A-6B10-75BA-D9B1-0A03BD783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126EE28-79D0-C5CD-ECDA-B8FC6BC72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7956" y="4648240"/>
            <a:ext cx="8556087" cy="1507067"/>
          </a:xfrm>
        </p:spPr>
        <p:txBody>
          <a:bodyPr>
            <a:normAutofit/>
          </a:bodyPr>
          <a:lstStyle/>
          <a:p>
            <a:pPr algn="ctr"/>
            <a:r>
              <a:rPr lang="it-IT" sz="4000" dirty="0">
                <a:latin typeface="Algerian" panose="04020705040A02060702" pitchFamily="82" charset="0"/>
              </a:rPr>
              <a:t>Progetto Machine Learning</a:t>
            </a:r>
          </a:p>
        </p:txBody>
      </p:sp>
      <p:pic>
        <p:nvPicPr>
          <p:cNvPr id="4" name="Segnaposto contenuto 3">
            <a:extLst>
              <a:ext uri="{FF2B5EF4-FFF2-40B4-BE49-F238E27FC236}">
                <a16:creationId xmlns:a16="http://schemas.microsoft.com/office/drawing/2014/main" id="{F140481D-F839-6BCF-101E-E9AC0691BF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962656" y="702693"/>
            <a:ext cx="2266682" cy="2269787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88A75254-38E3-E3D0-E17C-05935182250C}"/>
              </a:ext>
            </a:extLst>
          </p:cNvPr>
          <p:cNvSpPr txBox="1"/>
          <p:nvPr/>
        </p:nvSpPr>
        <p:spPr>
          <a:xfrm>
            <a:off x="3097160" y="6023194"/>
            <a:ext cx="59976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3° Anno Informatica UNISA A.A. 2025/2026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FF55503B-3373-F1A2-6D23-FD81B9904F76}"/>
              </a:ext>
            </a:extLst>
          </p:cNvPr>
          <p:cNvSpPr txBox="1"/>
          <p:nvPr/>
        </p:nvSpPr>
        <p:spPr>
          <a:xfrm>
            <a:off x="2564988" y="5596808"/>
            <a:ext cx="70620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Saggese Tozzi Angelo Vito  Matricola: 0512120249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41DBA4C4-403F-9A25-8F50-A5B899C0439A}"/>
              </a:ext>
            </a:extLst>
          </p:cNvPr>
          <p:cNvSpPr txBox="1"/>
          <p:nvPr/>
        </p:nvSpPr>
        <p:spPr>
          <a:xfrm>
            <a:off x="2335158" y="3079941"/>
            <a:ext cx="7521677" cy="1323439"/>
          </a:xfrm>
          <a:prstGeom prst="rect">
            <a:avLst/>
          </a:prstGeom>
          <a:noFill/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  <a:scene3d>
            <a:camera prst="isometricOffAxis1Right"/>
            <a:lightRig rig="threePt" dir="t"/>
          </a:scene3d>
        </p:spPr>
        <p:txBody>
          <a:bodyPr wrap="square" rtlCol="0">
            <a:spAutoFit/>
          </a:bodyPr>
          <a:lstStyle/>
          <a:p>
            <a:pPr algn="ctr"/>
            <a:r>
              <a:rPr lang="it-IT" sz="8000" dirty="0">
                <a:latin typeface="Algerian" panose="04020705040A02060702" pitchFamily="82" charset="0"/>
              </a:rPr>
              <a:t>Fine</a:t>
            </a:r>
          </a:p>
        </p:txBody>
      </p:sp>
    </p:spTree>
    <p:extLst>
      <p:ext uri="{BB962C8B-B14F-4D97-AF65-F5344CB8AC3E}">
        <p14:creationId xmlns:p14="http://schemas.microsoft.com/office/powerpoint/2010/main" val="277422816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8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86C5EE"/>
                                      </p:to>
                                    </p:animClr>
                                    <p:animClr clrSpc="rgb" dir="cw">
                                      <p:cBhvr>
                                        <p:cTn id="7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86C5EE"/>
                                      </p:to>
                                    </p:animClr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anim to="1.5" calcmode="lin" valueType="num">
                                      <p:cBhvr override="childStyle">
                                        <p:cTn id="9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style.fontSize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8" grpId="0"/>
      <p:bldP spid="3" grpId="0"/>
    </p:bldLst>
  </p:timing>
</p:sld>
</file>

<file path=ppt/theme/theme1.xml><?xml version="1.0" encoding="utf-8"?>
<a:theme xmlns:a="http://schemas.openxmlformats.org/drawingml/2006/main" name="Sezione">
  <a:themeElements>
    <a:clrScheme name="Sezion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ezion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ezion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TM02900771[[fn=Sezione]]</Template>
  <TotalTime>463</TotalTime>
  <Words>1277</Words>
  <Application>Microsoft Office PowerPoint</Application>
  <PresentationFormat>Widescreen</PresentationFormat>
  <Paragraphs>119</Paragraphs>
  <Slides>16</Slides>
  <Notes>2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10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16</vt:i4>
      </vt:variant>
    </vt:vector>
  </HeadingPairs>
  <TitlesOfParts>
    <vt:vector size="27" baseType="lpstr">
      <vt:lpstr>Algerian</vt:lpstr>
      <vt:lpstr>Arial</vt:lpstr>
      <vt:lpstr>Calibri</vt:lpstr>
      <vt:lpstr>Century Gothic</vt:lpstr>
      <vt:lpstr>Google Sans Text</vt:lpstr>
      <vt:lpstr>Segoe UI</vt:lpstr>
      <vt:lpstr>Tahoma</vt:lpstr>
      <vt:lpstr>Times New Roman</vt:lpstr>
      <vt:lpstr>Wingdings</vt:lpstr>
      <vt:lpstr>Wingdings 3</vt:lpstr>
      <vt:lpstr>Sezione</vt:lpstr>
      <vt:lpstr>Progetto Machine Learning</vt:lpstr>
      <vt:lpstr>Analisi e Predizione del Successo Accademico: Machine Learning</vt:lpstr>
      <vt:lpstr>Presentazione standard di PowerPoint</vt:lpstr>
      <vt:lpstr>DATASET UTILIZZATO</vt:lpstr>
      <vt:lpstr>Ottimizzazione del Dataset: Feature Selection</vt:lpstr>
      <vt:lpstr>Data  Pre-Processing &amp; trasformation</vt:lpstr>
      <vt:lpstr>Qualità dei dati e integrità</vt:lpstr>
      <vt:lpstr>Missing Values</vt:lpstr>
      <vt:lpstr>Outliers</vt:lpstr>
      <vt:lpstr>Imbalanced data</vt:lpstr>
      <vt:lpstr>Model Selection: Random Forest Classifier</vt:lpstr>
      <vt:lpstr>Strategia di validazione</vt:lpstr>
      <vt:lpstr>Analisi delle prestazioni</vt:lpstr>
      <vt:lpstr>Feature Importance</vt:lpstr>
      <vt:lpstr>Conclusioni Tecniche</vt:lpstr>
      <vt:lpstr>Progetto Machine Learning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angelo vito saggese tozzi</dc:creator>
  <cp:lastModifiedBy>angelo vito saggese tozzi</cp:lastModifiedBy>
  <cp:revision>20</cp:revision>
  <dcterms:created xsi:type="dcterms:W3CDTF">2026-02-24T18:32:26Z</dcterms:created>
  <dcterms:modified xsi:type="dcterms:W3CDTF">2026-02-25T19:32:21Z</dcterms:modified>
</cp:coreProperties>
</file>